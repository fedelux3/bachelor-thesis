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2"/>
  </p:sldMasterIdLst>
  <p:sldIdLst>
    <p:sldId id="256" r:id="rId3"/>
    <p:sldId id="258" r:id="rId4"/>
    <p:sldId id="257" r:id="rId5"/>
    <p:sldId id="259" r:id="rId6"/>
    <p:sldId id="261" r:id="rId7"/>
    <p:sldId id="260" r:id="rId8"/>
    <p:sldId id="262" r:id="rId9"/>
    <p:sldId id="263" r:id="rId10"/>
    <p:sldId id="264" r:id="rId11"/>
    <p:sldId id="265" r:id="rId12"/>
  </p:sldIdLst>
  <p:sldSz cx="9144000" cy="6858000" type="screen4x3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>
      <p:cViewPr varScale="1">
        <p:scale>
          <a:sx n="85" d="100"/>
          <a:sy n="85" d="100"/>
        </p:scale>
        <p:origin x="140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2" Type="http://schemas.openxmlformats.org/officeDocument/2006/relationships/slideMaster" Target="slideMasters/slideMaster1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riangolo rettangolo 9"/>
          <p:cNvSpPr/>
          <p:nvPr/>
        </p:nvSpPr>
        <p:spPr>
          <a:xfrm>
            <a:off x="-2" y="4664147"/>
            <a:ext cx="9151089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Titolo 8"/>
          <p:cNvSpPr>
            <a:spLocks noGrp="1"/>
          </p:cNvSpPr>
          <p:nvPr>
            <p:ph type="ctrTitle"/>
          </p:nvPr>
        </p:nvSpPr>
        <p:spPr>
          <a:xfrm>
            <a:off x="685800" y="1752601"/>
            <a:ext cx="77724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  <p:sp>
        <p:nvSpPr>
          <p:cNvPr id="17" name="Sottotitolo 16"/>
          <p:cNvSpPr>
            <a:spLocks noGrp="1"/>
          </p:cNvSpPr>
          <p:nvPr>
            <p:ph type="subTitle" idx="1"/>
          </p:nvPr>
        </p:nvSpPr>
        <p:spPr>
          <a:xfrm>
            <a:off x="685800" y="3611607"/>
            <a:ext cx="77724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it-IT"/>
              <a:t>Fare clic per modificare lo stile del sottotitolo dello schema</a:t>
            </a:r>
            <a:endParaRPr kumimoji="0" lang="en-US"/>
          </a:p>
        </p:txBody>
      </p:sp>
      <p:grpSp>
        <p:nvGrpSpPr>
          <p:cNvPr id="2" name="Gruppo 1"/>
          <p:cNvGrpSpPr/>
          <p:nvPr/>
        </p:nvGrpSpPr>
        <p:grpSpPr>
          <a:xfrm>
            <a:off x="-3765" y="4953000"/>
            <a:ext cx="9147765" cy="1912088"/>
            <a:chOff x="-3765" y="4832896"/>
            <a:chExt cx="9147765" cy="2032192"/>
          </a:xfrm>
        </p:grpSpPr>
        <p:sp>
          <p:nvSpPr>
            <p:cNvPr id="7" name="Figura a mano libera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  <p:sp>
          <p:nvSpPr>
            <p:cNvPr id="8" name="Figura a mano libera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  <p:sp>
          <p:nvSpPr>
            <p:cNvPr id="11" name="Figura a mano libera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 cstate="print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/>
            <a:p>
              <a:pPr algn="ctr" eaLnBrk="1" latinLnBrk="0" hangingPunct="1"/>
              <a:endParaRPr kumimoji="0" lang="en-US"/>
            </a:p>
          </p:txBody>
        </p:sp>
        <p:cxnSp>
          <p:nvCxnSpPr>
            <p:cNvPr id="12" name="Connettore 1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Segnaposto data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ED7D3210-A7A2-4A8A-A724-706A26CF2866}" type="datetimeFigureOut">
              <a:rPr lang="it-IT" smtClean="0"/>
              <a:t>10/10/2019</a:t>
            </a:fld>
            <a:endParaRPr lang="it-IT"/>
          </a:p>
        </p:txBody>
      </p:sp>
      <p:sp>
        <p:nvSpPr>
          <p:cNvPr id="19" name="Segnaposto piè di pagina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it-IT"/>
          </a:p>
        </p:txBody>
      </p:sp>
      <p:sp>
        <p:nvSpPr>
          <p:cNvPr id="27" name="Segnaposto numero diapositiva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it-IT"/>
              <a:t>Fare clic per modificare gli stili del testo dello schema</a:t>
            </a:r>
          </a:p>
          <a:p>
            <a:pPr lvl="1" eaLnBrk="1" latinLnBrk="0" hangingPunct="1"/>
            <a:r>
              <a:rPr lang="it-IT"/>
              <a:t>Secondo livello</a:t>
            </a:r>
          </a:p>
          <a:p>
            <a:pPr lvl="2" eaLnBrk="1" latinLnBrk="0" hangingPunct="1"/>
            <a:r>
              <a:rPr lang="it-IT"/>
              <a:t>Terzo livello</a:t>
            </a:r>
          </a:p>
          <a:p>
            <a:pPr lvl="3" eaLnBrk="1" latinLnBrk="0" hangingPunct="1"/>
            <a:r>
              <a:rPr lang="it-IT"/>
              <a:t>Quarto livello</a:t>
            </a:r>
          </a:p>
          <a:p>
            <a:pPr lvl="4" eaLnBrk="1" latinLnBrk="0" hangingPunct="1"/>
            <a:r>
              <a:rPr lang="it-IT"/>
              <a:t>Quinto livello</a:t>
            </a:r>
            <a:endParaRPr kumimoji="0" lang="en-US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3210-A7A2-4A8A-A724-706A26CF2866}" type="datetimeFigureOut">
              <a:rPr lang="it-IT" smtClean="0"/>
              <a:t>10/10/2019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  <p:sp>
        <p:nvSpPr>
          <p:cNvPr id="7" name="Titolo 6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722376" y="1059712"/>
            <a:ext cx="77724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3922713" y="2931712"/>
            <a:ext cx="4572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it-IT"/>
              <a:t>Fare clic per modificare gli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3210-A7A2-4A8A-A724-706A26CF2866}" type="datetimeFigureOut">
              <a:rPr lang="it-IT" smtClean="0"/>
              <a:t>10/10/2019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  <p:sp>
        <p:nvSpPr>
          <p:cNvPr id="7" name="Gallone 6"/>
          <p:cNvSpPr/>
          <p:nvPr/>
        </p:nvSpPr>
        <p:spPr>
          <a:xfrm>
            <a:off x="3636680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 eaLnBrk="1" latinLnBrk="0" hangingPunct="1"/>
            <a:endParaRPr kumimoji="0" lang="en-US"/>
          </a:p>
        </p:txBody>
      </p:sp>
      <p:sp>
        <p:nvSpPr>
          <p:cNvPr id="8" name="Gallone 7"/>
          <p:cNvSpPr/>
          <p:nvPr/>
        </p:nvSpPr>
        <p:spPr>
          <a:xfrm>
            <a:off x="3450264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57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it-IT"/>
              <a:t>Fare clic per modificare gli stili del testo dello schema</a:t>
            </a:r>
          </a:p>
          <a:p>
            <a:pPr lvl="1" eaLnBrk="1" latinLnBrk="0" hangingPunct="1"/>
            <a:r>
              <a:rPr lang="it-IT"/>
              <a:t>Secondo livello</a:t>
            </a:r>
          </a:p>
          <a:p>
            <a:pPr lvl="2" eaLnBrk="1" latinLnBrk="0" hangingPunct="1"/>
            <a:r>
              <a:rPr lang="it-IT"/>
              <a:t>Terzo livello</a:t>
            </a:r>
          </a:p>
          <a:p>
            <a:pPr lvl="3" eaLnBrk="1" latinLnBrk="0" hangingPunct="1"/>
            <a:r>
              <a:rPr lang="it-IT"/>
              <a:t>Quarto livello</a:t>
            </a:r>
          </a:p>
          <a:p>
            <a:pPr lvl="4" eaLnBrk="1" latinLnBrk="0" hangingPunct="1"/>
            <a:r>
              <a:rPr lang="it-IT"/>
              <a:t>Quinto livello</a:t>
            </a:r>
            <a:endParaRPr kumimoji="0" lang="en-US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648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it-IT"/>
              <a:t>Fare clic per modificare gli stili del testo dello schema</a:t>
            </a:r>
          </a:p>
          <a:p>
            <a:pPr lvl="1" eaLnBrk="1" latinLnBrk="0" hangingPunct="1"/>
            <a:r>
              <a:rPr lang="it-IT"/>
              <a:t>Secondo livello</a:t>
            </a:r>
          </a:p>
          <a:p>
            <a:pPr lvl="2" eaLnBrk="1" latinLnBrk="0" hangingPunct="1"/>
            <a:r>
              <a:rPr lang="it-IT"/>
              <a:t>Terzo livello</a:t>
            </a:r>
          </a:p>
          <a:p>
            <a:pPr lvl="3" eaLnBrk="1" latinLnBrk="0" hangingPunct="1"/>
            <a:r>
              <a:rPr lang="it-IT"/>
              <a:t>Quarto livello</a:t>
            </a:r>
          </a:p>
          <a:p>
            <a:pPr lvl="4" eaLnBrk="1" latinLnBrk="0" hangingPunct="1"/>
            <a:r>
              <a:rPr lang="it-IT"/>
              <a:t>Quinto livello</a:t>
            </a:r>
            <a:endParaRPr kumimoji="0" lang="en-US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3210-A7A2-4A8A-A724-706A26CF2866}" type="datetimeFigureOut">
              <a:rPr lang="it-IT" smtClean="0"/>
              <a:t>10/10/2019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  <p:sp>
        <p:nvSpPr>
          <p:cNvPr id="8" name="Titolo 7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nfronto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5410200"/>
            <a:ext cx="4040188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it-IT"/>
              <a:t>Fare clic per modificare gli stili del testo dello schema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3"/>
          </p:nvPr>
        </p:nvSpPr>
        <p:spPr>
          <a:xfrm>
            <a:off x="4645026" y="5410200"/>
            <a:ext cx="4041775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it-IT"/>
              <a:t>Fare clic per modificare gli stili del testo dello schema</a:t>
            </a:r>
          </a:p>
        </p:txBody>
      </p:sp>
      <p:sp>
        <p:nvSpPr>
          <p:cNvPr id="5" name="Segnaposto contenuto 4"/>
          <p:cNvSpPr>
            <a:spLocks noGrp="1"/>
          </p:cNvSpPr>
          <p:nvPr>
            <p:ph sz="quarter" idx="2"/>
          </p:nvPr>
        </p:nvSpPr>
        <p:spPr>
          <a:xfrm>
            <a:off x="457200" y="1444294"/>
            <a:ext cx="4040188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it-IT"/>
              <a:t>Fare clic per modificare gli stili del testo dello schema</a:t>
            </a:r>
          </a:p>
          <a:p>
            <a:pPr lvl="1" eaLnBrk="1" latinLnBrk="0" hangingPunct="1"/>
            <a:r>
              <a:rPr lang="it-IT"/>
              <a:t>Secondo livello</a:t>
            </a:r>
          </a:p>
          <a:p>
            <a:pPr lvl="2" eaLnBrk="1" latinLnBrk="0" hangingPunct="1"/>
            <a:r>
              <a:rPr lang="it-IT"/>
              <a:t>Terzo livello</a:t>
            </a:r>
          </a:p>
          <a:p>
            <a:pPr lvl="3" eaLnBrk="1" latinLnBrk="0" hangingPunct="1"/>
            <a:r>
              <a:rPr lang="it-IT"/>
              <a:t>Quarto livello</a:t>
            </a:r>
          </a:p>
          <a:p>
            <a:pPr lvl="4" eaLnBrk="1" latinLnBrk="0" hangingPunct="1"/>
            <a:r>
              <a:rPr lang="it-IT"/>
              <a:t>Quinto livello</a:t>
            </a:r>
            <a:endParaRPr kumimoji="0" lang="en-US"/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4645025" y="1444294"/>
            <a:ext cx="4041775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it-IT"/>
              <a:t>Fare clic per modificare gli stili del testo dello schema</a:t>
            </a:r>
          </a:p>
          <a:p>
            <a:pPr lvl="1" eaLnBrk="1" latinLnBrk="0" hangingPunct="1"/>
            <a:r>
              <a:rPr lang="it-IT"/>
              <a:t>Secondo livello</a:t>
            </a:r>
          </a:p>
          <a:p>
            <a:pPr lvl="2" eaLnBrk="1" latinLnBrk="0" hangingPunct="1"/>
            <a:r>
              <a:rPr lang="it-IT"/>
              <a:t>Terzo livello</a:t>
            </a:r>
          </a:p>
          <a:p>
            <a:pPr lvl="3" eaLnBrk="1" latinLnBrk="0" hangingPunct="1"/>
            <a:r>
              <a:rPr lang="it-IT"/>
              <a:t>Quarto livello</a:t>
            </a:r>
          </a:p>
          <a:p>
            <a:pPr lvl="4" eaLnBrk="1" latinLnBrk="0" hangingPunct="1"/>
            <a:r>
              <a:rPr lang="it-IT"/>
              <a:t>Quinto livello</a:t>
            </a:r>
            <a:endParaRPr kumimoji="0" lang="en-US"/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3210-A7A2-4A8A-A724-706A26CF2866}" type="datetimeFigureOut">
              <a:rPr lang="it-IT" smtClean="0"/>
              <a:t>10/10/2019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3210-A7A2-4A8A-A724-706A26CF2866}" type="datetimeFigureOut">
              <a:rPr lang="it-IT" smtClean="0"/>
              <a:t>10/10/2019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  <p:sp>
        <p:nvSpPr>
          <p:cNvPr id="6" name="Titolo 5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3210-A7A2-4A8A-A724-706A26CF2866}" type="datetimeFigureOut">
              <a:rPr lang="it-IT" smtClean="0"/>
              <a:t>10/10/2019</a:t>
            </a:fld>
            <a:endParaRPr lang="it-IT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to con didascalia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914400" y="4876800"/>
            <a:ext cx="7481776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  <p:sp>
        <p:nvSpPr>
          <p:cNvPr id="3" name="Segnaposto testo 2"/>
          <p:cNvSpPr>
            <a:spLocks noGrp="1"/>
          </p:cNvSpPr>
          <p:nvPr>
            <p:ph type="body" idx="2"/>
          </p:nvPr>
        </p:nvSpPr>
        <p:spPr>
          <a:xfrm>
            <a:off x="4419600" y="5355102"/>
            <a:ext cx="3974592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it-IT"/>
              <a:t>Fare clic per modificare gli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1"/>
          </p:nvPr>
        </p:nvSpPr>
        <p:spPr>
          <a:xfrm>
            <a:off x="914400" y="274320"/>
            <a:ext cx="7479792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it-IT"/>
              <a:t>Fare clic per modificare gli stili del testo dello schema</a:t>
            </a:r>
          </a:p>
          <a:p>
            <a:pPr lvl="1" eaLnBrk="1" latinLnBrk="0" hangingPunct="1"/>
            <a:r>
              <a:rPr lang="it-IT"/>
              <a:t>Secondo livello</a:t>
            </a:r>
          </a:p>
          <a:p>
            <a:pPr lvl="2" eaLnBrk="1" latinLnBrk="0" hangingPunct="1"/>
            <a:r>
              <a:rPr lang="it-IT"/>
              <a:t>Terzo livello</a:t>
            </a:r>
          </a:p>
          <a:p>
            <a:pPr lvl="3" eaLnBrk="1" latinLnBrk="0" hangingPunct="1"/>
            <a:r>
              <a:rPr lang="it-IT"/>
              <a:t>Quarto livello</a:t>
            </a:r>
          </a:p>
          <a:p>
            <a:pPr lvl="4" eaLnBrk="1" latinLnBrk="0" hangingPunct="1"/>
            <a:r>
              <a:rPr lang="it-IT"/>
              <a:t>Quinto livello</a:t>
            </a:r>
            <a:endParaRPr kumimoji="0" lang="en-US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>
          <a:xfrm>
            <a:off x="6727032" y="6407944"/>
            <a:ext cx="1920240" cy="365760"/>
          </a:xfrm>
        </p:spPr>
        <p:txBody>
          <a:bodyPr/>
          <a:lstStyle/>
          <a:p>
            <a:fld id="{ED7D3210-A7A2-4A8A-A724-706A26CF2866}" type="datetimeFigureOut">
              <a:rPr lang="it-IT" smtClean="0"/>
              <a:t>10/10/2019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magine con didascalia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1141232" y="5443402"/>
            <a:ext cx="71628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it-IT"/>
              <a:t>Fare clic per modificare gli stili del testo dello schema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228600" y="189968"/>
            <a:ext cx="86868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it-IT"/>
              <a:t>Fare clic sull'icona per inserire un'immagine</a:t>
            </a:r>
            <a:endParaRPr kumimoji="0" lang="en-US" dirty="0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ED7D3210-A7A2-4A8A-A724-706A26CF2866}" type="datetimeFigureOut">
              <a:rPr lang="it-IT" smtClean="0"/>
              <a:t>10/10/2019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4380072" y="6407944"/>
            <a:ext cx="235068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228600" y="4865122"/>
            <a:ext cx="8075432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  <p:sp>
        <p:nvSpPr>
          <p:cNvPr id="8" name="Figura a mano libera 7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Figura a mano libera 8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Triangolo rettangolo 9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2" cstate="print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/>
          <a:p>
            <a:pPr algn="ctr" eaLnBrk="1" latinLnBrk="0" hangingPunct="1"/>
            <a:endParaRPr kumimoji="0" lang="en-US"/>
          </a:p>
        </p:txBody>
      </p:sp>
      <p:cxnSp>
        <p:nvCxnSpPr>
          <p:cNvPr id="11" name="Connettore 1 10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Gallone 11"/>
          <p:cNvSpPr/>
          <p:nvPr/>
        </p:nvSpPr>
        <p:spPr>
          <a:xfrm>
            <a:off x="8664112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 eaLnBrk="1" latinLnBrk="0" hangingPunct="1"/>
            <a:endParaRPr kumimoji="0" lang="en-US"/>
          </a:p>
        </p:txBody>
      </p:sp>
      <p:sp>
        <p:nvSpPr>
          <p:cNvPr id="13" name="Gallone 12"/>
          <p:cNvSpPr/>
          <p:nvPr/>
        </p:nvSpPr>
        <p:spPr>
          <a:xfrm>
            <a:off x="8477696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457200" y="1481329"/>
            <a:ext cx="8229600" cy="4386071"/>
          </a:xfrm>
        </p:spPr>
        <p:txBody>
          <a:bodyPr vert="eaVert"/>
          <a:lstStyle/>
          <a:p>
            <a:pPr lvl="0" eaLnBrk="1" latinLnBrk="0" hangingPunct="1"/>
            <a:r>
              <a:rPr lang="it-IT"/>
              <a:t>Fare clic per modificare gli stili del testo dello schema</a:t>
            </a:r>
          </a:p>
          <a:p>
            <a:pPr lvl="1" eaLnBrk="1" latinLnBrk="0" hangingPunct="1"/>
            <a:r>
              <a:rPr lang="it-IT"/>
              <a:t>Secondo livello</a:t>
            </a:r>
          </a:p>
          <a:p>
            <a:pPr lvl="2" eaLnBrk="1" latinLnBrk="0" hangingPunct="1"/>
            <a:r>
              <a:rPr lang="it-IT"/>
              <a:t>Terzo livello</a:t>
            </a:r>
          </a:p>
          <a:p>
            <a:pPr lvl="3" eaLnBrk="1" latinLnBrk="0" hangingPunct="1"/>
            <a:r>
              <a:rPr lang="it-IT"/>
              <a:t>Quarto livello</a:t>
            </a:r>
          </a:p>
          <a:p>
            <a:pPr lvl="4" eaLnBrk="1" latinLnBrk="0" hangingPunct="1"/>
            <a:r>
              <a:rPr lang="it-IT"/>
              <a:t>Quinto livello</a:t>
            </a:r>
            <a:endParaRPr kumimoji="0" lang="en-US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3210-A7A2-4A8A-A724-706A26CF2866}" type="datetimeFigureOut">
              <a:rPr lang="it-IT" smtClean="0"/>
              <a:t>10/10/2019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6844013" y="274640"/>
            <a:ext cx="1777470" cy="5592761"/>
          </a:xfrm>
        </p:spPr>
        <p:txBody>
          <a:bodyPr vert="eaVert"/>
          <a:lstStyle/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457200" y="274641"/>
            <a:ext cx="6324600" cy="5592760"/>
          </a:xfrm>
        </p:spPr>
        <p:txBody>
          <a:bodyPr vert="eaVert"/>
          <a:lstStyle/>
          <a:p>
            <a:pPr lvl="0" eaLnBrk="1" latinLnBrk="0" hangingPunct="1"/>
            <a:r>
              <a:rPr lang="it-IT"/>
              <a:t>Fare clic per modificare gli stili del testo dello schema</a:t>
            </a:r>
          </a:p>
          <a:p>
            <a:pPr lvl="1" eaLnBrk="1" latinLnBrk="0" hangingPunct="1"/>
            <a:r>
              <a:rPr lang="it-IT"/>
              <a:t>Secondo livello</a:t>
            </a:r>
          </a:p>
          <a:p>
            <a:pPr lvl="2" eaLnBrk="1" latinLnBrk="0" hangingPunct="1"/>
            <a:r>
              <a:rPr lang="it-IT"/>
              <a:t>Terzo livello</a:t>
            </a:r>
          </a:p>
          <a:p>
            <a:pPr lvl="3" eaLnBrk="1" latinLnBrk="0" hangingPunct="1"/>
            <a:r>
              <a:rPr lang="it-IT"/>
              <a:t>Quarto livello</a:t>
            </a:r>
          </a:p>
          <a:p>
            <a:pPr lvl="4" eaLnBrk="1" latinLnBrk="0" hangingPunct="1"/>
            <a:r>
              <a:rPr lang="it-IT"/>
              <a:t>Quinto livello</a:t>
            </a:r>
            <a:endParaRPr kumimoji="0" lang="en-US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3210-A7A2-4A8A-A724-706A26CF2866}" type="datetimeFigureOut">
              <a:rPr lang="it-IT" smtClean="0"/>
              <a:t>10/10/2019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igura a mano libera 12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Figura a mano libera 11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4" name="Triangolo rettangolo 13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13" cstate="print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/>
          <a:p>
            <a:pPr algn="ctr" eaLnBrk="1" latinLnBrk="0" hangingPunct="1"/>
            <a:endParaRPr kumimoji="0" lang="en-US"/>
          </a:p>
        </p:txBody>
      </p:sp>
      <p:cxnSp>
        <p:nvCxnSpPr>
          <p:cNvPr id="15" name="Connettore 1 14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egnaposto titolo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/>
          <a:p>
            <a:r>
              <a:rPr kumimoji="0" lang="it-IT"/>
              <a:t>Fare clic per modificare lo stile del titolo</a:t>
            </a:r>
            <a:endParaRPr kumimoji="0" lang="en-US"/>
          </a:p>
        </p:txBody>
      </p:sp>
      <p:sp>
        <p:nvSpPr>
          <p:cNvPr id="30" name="Segnaposto testo 29"/>
          <p:cNvSpPr>
            <a:spLocks noGrp="1"/>
          </p:cNvSpPr>
          <p:nvPr>
            <p:ph type="body" idx="1"/>
          </p:nvPr>
        </p:nvSpPr>
        <p:spPr>
          <a:xfrm>
            <a:off x="457200" y="1481328"/>
            <a:ext cx="8229600" cy="4525963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it-IT"/>
              <a:t>Fare clic per modificare stili del testo dello schema</a:t>
            </a:r>
          </a:p>
          <a:p>
            <a:pPr lvl="1" eaLnBrk="1" latinLnBrk="0" hangingPunct="1"/>
            <a:r>
              <a:rPr kumimoji="0" lang="it-IT"/>
              <a:t>Secondo livello</a:t>
            </a:r>
          </a:p>
          <a:p>
            <a:pPr lvl="2" eaLnBrk="1" latinLnBrk="0" hangingPunct="1"/>
            <a:r>
              <a:rPr kumimoji="0" lang="it-IT"/>
              <a:t>Terzo livello</a:t>
            </a:r>
          </a:p>
          <a:p>
            <a:pPr lvl="3" eaLnBrk="1" latinLnBrk="0" hangingPunct="1"/>
            <a:r>
              <a:rPr kumimoji="0" lang="it-IT"/>
              <a:t>Quarto livello</a:t>
            </a:r>
          </a:p>
          <a:p>
            <a:pPr lvl="4" eaLnBrk="1" latinLnBrk="0" hangingPunct="1"/>
            <a:r>
              <a:rPr kumimoji="0" lang="it-IT"/>
              <a:t>Quinto livello</a:t>
            </a:r>
            <a:endParaRPr kumimoji="0" lang="en-US"/>
          </a:p>
        </p:txBody>
      </p:sp>
      <p:sp>
        <p:nvSpPr>
          <p:cNvPr id="10" name="Segnaposto data 9"/>
          <p:cNvSpPr>
            <a:spLocks noGrp="1"/>
          </p:cNvSpPr>
          <p:nvPr>
            <p:ph type="dt" sz="half" idx="2"/>
          </p:nvPr>
        </p:nvSpPr>
        <p:spPr>
          <a:xfrm>
            <a:off x="6727032" y="6407944"/>
            <a:ext cx="192024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ED7D3210-A7A2-4A8A-A724-706A26CF2866}" type="datetimeFigureOut">
              <a:rPr lang="it-IT" smtClean="0"/>
              <a:t>10/10/2019</a:t>
            </a:fld>
            <a:endParaRPr lang="it-IT"/>
          </a:p>
        </p:txBody>
      </p:sp>
      <p:sp>
        <p:nvSpPr>
          <p:cNvPr id="22" name="Segnaposto piè di pagina 21"/>
          <p:cNvSpPr>
            <a:spLocks noGrp="1"/>
          </p:cNvSpPr>
          <p:nvPr>
            <p:ph type="ftr" sz="quarter" idx="3"/>
          </p:nvPr>
        </p:nvSpPr>
        <p:spPr>
          <a:xfrm>
            <a:off x="4380072" y="6407944"/>
            <a:ext cx="235068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it-IT"/>
          </a:p>
        </p:txBody>
      </p:sp>
      <p:sp>
        <p:nvSpPr>
          <p:cNvPr id="18" name="Segnaposto numero diapositiva 17"/>
          <p:cNvSpPr>
            <a:spLocks noGrp="1"/>
          </p:cNvSpPr>
          <p:nvPr>
            <p:ph type="sldNum" sz="quarter" idx="4"/>
          </p:nvPr>
        </p:nvSpPr>
        <p:spPr>
          <a:xfrm>
            <a:off x="8647272" y="6407944"/>
            <a:ext cx="36576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 3"/>
        <a:buChar char="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data.boston.gov/dataset/crime-incident-reports-august-2015-to-date-source-new-system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18" Type="http://schemas.openxmlformats.org/officeDocument/2006/relationships/image" Target="../media/image41.png"/><Relationship Id="rId3" Type="http://schemas.openxmlformats.org/officeDocument/2006/relationships/image" Target="../media/image26.png"/><Relationship Id="rId21" Type="http://schemas.openxmlformats.org/officeDocument/2006/relationships/image" Target="../media/image44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17" Type="http://schemas.openxmlformats.org/officeDocument/2006/relationships/image" Target="../media/image40.png"/><Relationship Id="rId2" Type="http://schemas.openxmlformats.org/officeDocument/2006/relationships/image" Target="../media/image25.png"/><Relationship Id="rId16" Type="http://schemas.openxmlformats.org/officeDocument/2006/relationships/image" Target="../media/image39.png"/><Relationship Id="rId20" Type="http://schemas.openxmlformats.org/officeDocument/2006/relationships/image" Target="../media/image43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5" Type="http://schemas.openxmlformats.org/officeDocument/2006/relationships/image" Target="../media/image38.png"/><Relationship Id="rId10" Type="http://schemas.openxmlformats.org/officeDocument/2006/relationships/image" Target="../media/image33.png"/><Relationship Id="rId19" Type="http://schemas.openxmlformats.org/officeDocument/2006/relationships/image" Target="../media/image42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Relationship Id="rId14" Type="http://schemas.openxmlformats.org/officeDocument/2006/relationships/image" Target="../media/image3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539552" y="1890966"/>
            <a:ext cx="7932498" cy="1871811"/>
          </a:xfrm>
        </p:spPr>
        <p:txBody>
          <a:bodyPr>
            <a:normAutofit fontScale="90000"/>
          </a:bodyPr>
          <a:lstStyle/>
          <a:p>
            <a:pPr algn="ctr"/>
            <a:r>
              <a:rPr lang="it-IT" sz="3600" dirty="0"/>
              <a:t>Identificazione di eventi spazio-temporali associati: studio e implementazione su dataset di crimini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29E5C38D-810E-47E8-939E-98A514F753B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592" y="292017"/>
            <a:ext cx="1008112" cy="988061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C80FCA91-9875-44F3-9180-8489EFF4E487}"/>
              </a:ext>
            </a:extLst>
          </p:cNvPr>
          <p:cNvSpPr txBox="1"/>
          <p:nvPr/>
        </p:nvSpPr>
        <p:spPr>
          <a:xfrm>
            <a:off x="2076238" y="292017"/>
            <a:ext cx="612068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Università</a:t>
            </a:r>
            <a:r>
              <a:rPr lang="en-US" sz="1600" dirty="0"/>
              <a:t> </a:t>
            </a:r>
            <a:r>
              <a:rPr lang="en-US" sz="1600" dirty="0" err="1"/>
              <a:t>degli</a:t>
            </a:r>
            <a:r>
              <a:rPr lang="en-US" sz="1600" dirty="0"/>
              <a:t> </a:t>
            </a:r>
            <a:r>
              <a:rPr lang="en-US" sz="1600" dirty="0" err="1"/>
              <a:t>studi</a:t>
            </a:r>
            <a:r>
              <a:rPr lang="en-US" sz="1600" dirty="0"/>
              <a:t> di Milano Bicocca</a:t>
            </a:r>
          </a:p>
          <a:p>
            <a:r>
              <a:rPr lang="en-US" sz="1600" b="1" dirty="0" err="1"/>
              <a:t>Scuola</a:t>
            </a:r>
            <a:r>
              <a:rPr lang="en-US" sz="1600" b="1" dirty="0"/>
              <a:t> di </a:t>
            </a:r>
            <a:r>
              <a:rPr lang="en-US" sz="1600" b="1" dirty="0" err="1"/>
              <a:t>Scienze</a:t>
            </a:r>
            <a:endParaRPr lang="en-US" sz="1600" b="1" dirty="0"/>
          </a:p>
          <a:p>
            <a:r>
              <a:rPr lang="en-US" sz="1600" b="1" dirty="0" err="1"/>
              <a:t>Dipartimento</a:t>
            </a:r>
            <a:r>
              <a:rPr lang="en-US" sz="1600" b="1" dirty="0"/>
              <a:t> di </a:t>
            </a:r>
            <a:r>
              <a:rPr lang="it-IT" sz="1600" b="1" dirty="0"/>
              <a:t>Informatica</a:t>
            </a:r>
            <a:r>
              <a:rPr lang="en-US" sz="1600" b="1" dirty="0"/>
              <a:t>, </a:t>
            </a:r>
            <a:r>
              <a:rPr lang="en-US" sz="1600" b="1" dirty="0" err="1"/>
              <a:t>Sistemistica</a:t>
            </a:r>
            <a:r>
              <a:rPr lang="en-US" sz="1600" b="1" dirty="0"/>
              <a:t> e </a:t>
            </a:r>
            <a:r>
              <a:rPr lang="en-US" sz="1600" b="1" dirty="0" err="1"/>
              <a:t>Comunicazione</a:t>
            </a:r>
            <a:endParaRPr lang="en-US" sz="1600" b="1" dirty="0"/>
          </a:p>
          <a:p>
            <a:r>
              <a:rPr lang="en-US" sz="1600" b="1" dirty="0"/>
              <a:t>Corso di </a:t>
            </a:r>
            <a:r>
              <a:rPr lang="en-US" sz="1600" b="1" dirty="0" err="1"/>
              <a:t>laurea</a:t>
            </a:r>
            <a:r>
              <a:rPr lang="en-US" sz="1600" b="1" dirty="0"/>
              <a:t> in Informatica</a:t>
            </a:r>
            <a:endParaRPr lang="it-IT" sz="1600" b="1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8D3F04D9-BC20-475A-9212-643CBA668B28}"/>
              </a:ext>
            </a:extLst>
          </p:cNvPr>
          <p:cNvSpPr txBox="1"/>
          <p:nvPr/>
        </p:nvSpPr>
        <p:spPr>
          <a:xfrm>
            <a:off x="42817" y="5301208"/>
            <a:ext cx="4509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solidFill>
                  <a:schemeClr val="bg1"/>
                </a:solidFill>
              </a:rPr>
              <a:t>Relatore</a:t>
            </a:r>
            <a:r>
              <a:rPr lang="en-US" sz="2000" dirty="0">
                <a:solidFill>
                  <a:schemeClr val="bg1"/>
                </a:solidFill>
              </a:rPr>
              <a:t>: </a:t>
            </a:r>
            <a:r>
              <a:rPr lang="en-US" sz="2000" b="1" dirty="0">
                <a:solidFill>
                  <a:schemeClr val="bg1"/>
                </a:solidFill>
              </a:rPr>
              <a:t>Prof. Fabio Antonio Stella</a:t>
            </a:r>
          </a:p>
          <a:p>
            <a:r>
              <a:rPr lang="en-US" sz="2000" dirty="0" err="1">
                <a:solidFill>
                  <a:schemeClr val="bg1"/>
                </a:solidFill>
              </a:rPr>
              <a:t>Corelatore</a:t>
            </a:r>
            <a:r>
              <a:rPr lang="en-US" sz="2000" dirty="0">
                <a:solidFill>
                  <a:schemeClr val="bg1"/>
                </a:solidFill>
              </a:rPr>
              <a:t>: </a:t>
            </a:r>
            <a:r>
              <a:rPr lang="en-US" sz="2000" b="1" dirty="0" err="1">
                <a:solidFill>
                  <a:schemeClr val="bg1"/>
                </a:solidFill>
              </a:rPr>
              <a:t>Dott.ssa</a:t>
            </a:r>
            <a:r>
              <a:rPr lang="en-US" sz="2000" b="1" dirty="0">
                <a:solidFill>
                  <a:schemeClr val="bg1"/>
                </a:solidFill>
              </a:rPr>
              <a:t> Paola Chiesa</a:t>
            </a:r>
            <a:endParaRPr lang="it-IT" sz="2000" b="1" dirty="0">
              <a:solidFill>
                <a:schemeClr val="bg1"/>
              </a:solidFill>
            </a:endParaRP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76FF2545-EA2C-4AB7-8D34-E3E845BAFEA7}"/>
              </a:ext>
            </a:extLst>
          </p:cNvPr>
          <p:cNvSpPr txBox="1"/>
          <p:nvPr/>
        </p:nvSpPr>
        <p:spPr>
          <a:xfrm>
            <a:off x="5220072" y="5734986"/>
            <a:ext cx="40419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chemeClr val="bg1"/>
                </a:solidFill>
              </a:rPr>
              <a:t>Relazione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della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prova</a:t>
            </a:r>
            <a:r>
              <a:rPr lang="en-US" sz="2000" dirty="0">
                <a:solidFill>
                  <a:schemeClr val="bg1"/>
                </a:solidFill>
              </a:rPr>
              <a:t> finale di:</a:t>
            </a:r>
          </a:p>
          <a:p>
            <a:r>
              <a:rPr lang="en-US" sz="2000" b="1" dirty="0">
                <a:solidFill>
                  <a:schemeClr val="bg1"/>
                </a:solidFill>
              </a:rPr>
              <a:t>Federico Luzzi</a:t>
            </a:r>
          </a:p>
          <a:p>
            <a:r>
              <a:rPr lang="en-US" sz="2000" dirty="0" err="1">
                <a:solidFill>
                  <a:schemeClr val="bg1"/>
                </a:solidFill>
              </a:rPr>
              <a:t>Matricola</a:t>
            </a:r>
            <a:r>
              <a:rPr lang="en-US" sz="2000" dirty="0">
                <a:solidFill>
                  <a:schemeClr val="bg1"/>
                </a:solidFill>
              </a:rPr>
              <a:t>: </a:t>
            </a:r>
            <a:r>
              <a:rPr lang="en-US" sz="2000" b="1" dirty="0">
                <a:solidFill>
                  <a:schemeClr val="bg1"/>
                </a:solidFill>
              </a:rPr>
              <a:t>816753</a:t>
            </a:r>
            <a:endParaRPr lang="it-IT" sz="2000" b="1" dirty="0">
              <a:solidFill>
                <a:schemeClr val="bg1"/>
              </a:solidFill>
            </a:endParaRP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286122DA-1238-43E5-B5E1-DEEF3B3B2B78}"/>
              </a:ext>
            </a:extLst>
          </p:cNvPr>
          <p:cNvSpPr txBox="1"/>
          <p:nvPr/>
        </p:nvSpPr>
        <p:spPr>
          <a:xfrm>
            <a:off x="543907" y="6381317"/>
            <a:ext cx="3783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Anno </a:t>
            </a:r>
            <a:r>
              <a:rPr lang="en-US" dirty="0" err="1">
                <a:solidFill>
                  <a:schemeClr val="bg1"/>
                </a:solidFill>
              </a:rPr>
              <a:t>Accademico</a:t>
            </a:r>
            <a:r>
              <a:rPr lang="en-US" dirty="0">
                <a:solidFill>
                  <a:schemeClr val="bg1"/>
                </a:solidFill>
              </a:rPr>
              <a:t>: </a:t>
            </a:r>
            <a:r>
              <a:rPr lang="en-US" b="1" dirty="0">
                <a:solidFill>
                  <a:schemeClr val="bg1"/>
                </a:solidFill>
              </a:rPr>
              <a:t>2018 - 2019</a:t>
            </a:r>
            <a:endParaRPr lang="it-IT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>
            <a:extLst>
              <a:ext uri="{FF2B5EF4-FFF2-40B4-BE49-F238E27FC236}">
                <a16:creationId xmlns:a16="http://schemas.microsoft.com/office/drawing/2014/main" id="{D74B050E-D832-48DB-9512-8E6BE496C7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0943" y="2222025"/>
            <a:ext cx="8229600" cy="1054160"/>
          </a:xfrm>
        </p:spPr>
        <p:txBody>
          <a:bodyPr>
            <a:normAutofit/>
          </a:bodyPr>
          <a:lstStyle/>
          <a:p>
            <a:pPr marL="109728" indent="0">
              <a:buNone/>
            </a:pPr>
            <a:endParaRPr lang="de-DE" sz="1800" b="1" dirty="0"/>
          </a:p>
          <a:p>
            <a:r>
              <a:rPr lang="de-DE" sz="1800" dirty="0" err="1"/>
              <a:t>L‘algoritmo</a:t>
            </a:r>
            <a:r>
              <a:rPr lang="de-DE" sz="1800" dirty="0"/>
              <a:t> </a:t>
            </a:r>
            <a:r>
              <a:rPr lang="de-DE" sz="1800" dirty="0" err="1"/>
              <a:t>preso</a:t>
            </a:r>
            <a:r>
              <a:rPr lang="de-DE" sz="1800" dirty="0"/>
              <a:t> in </a:t>
            </a:r>
            <a:r>
              <a:rPr lang="de-DE" sz="1800" dirty="0" err="1"/>
              <a:t>esame</a:t>
            </a:r>
            <a:r>
              <a:rPr lang="de-DE" sz="1800" dirty="0"/>
              <a:t>: </a:t>
            </a:r>
            <a:r>
              <a:rPr lang="de-DE" sz="1800" b="1" dirty="0" err="1"/>
              <a:t>Spatio</a:t>
            </a:r>
            <a:r>
              <a:rPr lang="de-DE" sz="1800" b="1" dirty="0"/>
              <a:t>-temporal </a:t>
            </a:r>
            <a:r>
              <a:rPr lang="de-DE" sz="1800" b="1" dirty="0" err="1"/>
              <a:t>Breadth</a:t>
            </a:r>
            <a:r>
              <a:rPr lang="de-DE" sz="1800" b="1" dirty="0"/>
              <a:t>-first Miner (STBFM)</a:t>
            </a:r>
            <a:endParaRPr lang="en-US" sz="1800" dirty="0"/>
          </a:p>
          <a:p>
            <a:pPr marL="109728" indent="0">
              <a:buNone/>
            </a:pPr>
            <a:endParaRPr lang="de-DE" sz="1800" dirty="0"/>
          </a:p>
        </p:txBody>
      </p:sp>
      <p:sp>
        <p:nvSpPr>
          <p:cNvPr id="3" name="Titolo 2">
            <a:extLst>
              <a:ext uri="{FF2B5EF4-FFF2-40B4-BE49-F238E27FC236}">
                <a16:creationId xmlns:a16="http://schemas.microsoft.com/office/drawing/2014/main" id="{0FC337B4-8827-4368-BBE3-7CA55A9E9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Paper e Dataset </a:t>
            </a:r>
            <a:r>
              <a:rPr lang="en-US" dirty="0" err="1"/>
              <a:t>utilizzato</a:t>
            </a:r>
            <a:endParaRPr lang="it-IT" dirty="0"/>
          </a:p>
        </p:txBody>
      </p:sp>
      <p:sp>
        <p:nvSpPr>
          <p:cNvPr id="4" name="Segnaposto contenuto 1">
            <a:extLst>
              <a:ext uri="{FF2B5EF4-FFF2-40B4-BE49-F238E27FC236}">
                <a16:creationId xmlns:a16="http://schemas.microsoft.com/office/drawing/2014/main" id="{EEB2E799-03C8-4615-85DA-821461ED4038}"/>
              </a:ext>
            </a:extLst>
          </p:cNvPr>
          <p:cNvSpPr txBox="1">
            <a:spLocks/>
          </p:cNvSpPr>
          <p:nvPr/>
        </p:nvSpPr>
        <p:spPr>
          <a:xfrm>
            <a:off x="2474145" y="4278603"/>
            <a:ext cx="6840760" cy="1670755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109728" indent="0">
              <a:buNone/>
            </a:pPr>
            <a:r>
              <a:rPr lang="en-US" sz="1800" dirty="0"/>
              <a:t>I record </a:t>
            </a:r>
            <a:r>
              <a:rPr lang="en-US" sz="1800" dirty="0" err="1"/>
              <a:t>rispettano</a:t>
            </a:r>
            <a:r>
              <a:rPr lang="en-US" sz="1800" dirty="0"/>
              <a:t> le </a:t>
            </a:r>
            <a:r>
              <a:rPr lang="en-US" sz="1800" dirty="0" err="1"/>
              <a:t>seguenti</a:t>
            </a:r>
            <a:r>
              <a:rPr lang="en-US" sz="1800" dirty="0"/>
              <a:t> </a:t>
            </a:r>
            <a:r>
              <a:rPr lang="en-US" sz="1800" dirty="0" err="1"/>
              <a:t>caratteristiche</a:t>
            </a:r>
            <a:r>
              <a:rPr lang="en-US" sz="1800" dirty="0"/>
              <a:t>:</a:t>
            </a:r>
          </a:p>
          <a:p>
            <a:pPr marL="452628" indent="-342900">
              <a:buFont typeface="+mj-lt"/>
              <a:buAutoNum type="arabicPeriod"/>
            </a:pPr>
            <a:r>
              <a:rPr lang="de-DE" sz="1800" dirty="0" err="1"/>
              <a:t>Chiave</a:t>
            </a:r>
            <a:r>
              <a:rPr lang="de-DE" sz="1800" dirty="0"/>
              <a:t> ID </a:t>
            </a:r>
            <a:r>
              <a:rPr lang="de-DE" sz="1800" dirty="0" err="1"/>
              <a:t>unica</a:t>
            </a:r>
            <a:endParaRPr lang="de-DE" sz="1800" dirty="0"/>
          </a:p>
          <a:p>
            <a:pPr marL="452628" indent="-342900">
              <a:buFont typeface="+mj-lt"/>
              <a:buAutoNum type="arabicPeriod"/>
            </a:pPr>
            <a:r>
              <a:rPr lang="de-DE" sz="1800" dirty="0"/>
              <a:t>Location </a:t>
            </a:r>
            <a:r>
              <a:rPr lang="de-DE" sz="1800" dirty="0" err="1"/>
              <a:t>spaziale</a:t>
            </a:r>
            <a:r>
              <a:rPr lang="de-DE" sz="1800" dirty="0"/>
              <a:t> (</a:t>
            </a:r>
            <a:r>
              <a:rPr lang="de-DE" sz="1800" dirty="0" err="1"/>
              <a:t>latitudine</a:t>
            </a:r>
            <a:r>
              <a:rPr lang="de-DE" sz="1800" dirty="0"/>
              <a:t>, </a:t>
            </a:r>
            <a:r>
              <a:rPr lang="de-DE" sz="1800" dirty="0" err="1"/>
              <a:t>longitudine</a:t>
            </a:r>
            <a:r>
              <a:rPr lang="de-DE" sz="1800" dirty="0"/>
              <a:t>)</a:t>
            </a:r>
          </a:p>
          <a:p>
            <a:pPr marL="452628" indent="-342900">
              <a:buFont typeface="+mj-lt"/>
              <a:buAutoNum type="arabicPeriod"/>
            </a:pPr>
            <a:r>
              <a:rPr lang="de-DE" sz="1800" dirty="0" err="1"/>
              <a:t>Istante</a:t>
            </a:r>
            <a:r>
              <a:rPr lang="de-DE" sz="1800" dirty="0"/>
              <a:t> temporale </a:t>
            </a:r>
            <a:r>
              <a:rPr lang="de-DE" sz="1800" dirty="0" err="1"/>
              <a:t>preciso</a:t>
            </a:r>
            <a:r>
              <a:rPr lang="de-DE" sz="1800" dirty="0"/>
              <a:t> (</a:t>
            </a:r>
            <a:r>
              <a:rPr lang="de-DE" sz="1800" dirty="0" err="1"/>
              <a:t>data</a:t>
            </a:r>
            <a:r>
              <a:rPr lang="de-DE" sz="1800" dirty="0"/>
              <a:t>, </a:t>
            </a:r>
            <a:r>
              <a:rPr lang="de-DE" sz="1800" dirty="0" err="1"/>
              <a:t>ora</a:t>
            </a:r>
            <a:r>
              <a:rPr lang="de-DE" sz="1800" dirty="0"/>
              <a:t>, </a:t>
            </a:r>
            <a:r>
              <a:rPr lang="de-DE" sz="1800" dirty="0" err="1"/>
              <a:t>minuto</a:t>
            </a:r>
            <a:r>
              <a:rPr lang="de-DE" sz="1800" dirty="0"/>
              <a:t>)</a:t>
            </a:r>
          </a:p>
          <a:p>
            <a:pPr marL="452628" indent="-342900">
              <a:buFont typeface="+mj-lt"/>
              <a:buAutoNum type="arabicPeriod"/>
            </a:pPr>
            <a:r>
              <a:rPr lang="de-DE" sz="1800" dirty="0" err="1"/>
              <a:t>Tipologia</a:t>
            </a:r>
            <a:r>
              <a:rPr lang="de-DE" sz="1800" dirty="0"/>
              <a:t> di </a:t>
            </a:r>
            <a:r>
              <a:rPr lang="de-DE" sz="1800" dirty="0" err="1"/>
              <a:t>evento</a:t>
            </a:r>
            <a:r>
              <a:rPr lang="de-DE" sz="1800" dirty="0"/>
              <a:t> (</a:t>
            </a:r>
            <a:r>
              <a:rPr lang="de-DE" sz="1800" dirty="0" err="1"/>
              <a:t>aggressione</a:t>
            </a:r>
            <a:r>
              <a:rPr lang="de-DE" sz="1800" dirty="0"/>
              <a:t>, </a:t>
            </a:r>
            <a:r>
              <a:rPr lang="de-DE" sz="1800" dirty="0" err="1"/>
              <a:t>furto</a:t>
            </a:r>
            <a:r>
              <a:rPr lang="de-DE" sz="1800" dirty="0"/>
              <a:t>, </a:t>
            </a:r>
            <a:r>
              <a:rPr lang="de-DE" sz="1800" dirty="0" err="1"/>
              <a:t>omicidio</a:t>
            </a:r>
            <a:r>
              <a:rPr lang="de-DE" sz="1800" dirty="0"/>
              <a:t>)</a:t>
            </a:r>
          </a:p>
        </p:txBody>
      </p:sp>
      <p:sp>
        <p:nvSpPr>
          <p:cNvPr id="5" name="Segnaposto contenuto 1">
            <a:extLst>
              <a:ext uri="{FF2B5EF4-FFF2-40B4-BE49-F238E27FC236}">
                <a16:creationId xmlns:a16="http://schemas.microsoft.com/office/drawing/2014/main" id="{068F6011-1833-4DEE-B98F-F9AB2BEDA402}"/>
              </a:ext>
            </a:extLst>
          </p:cNvPr>
          <p:cNvSpPr txBox="1">
            <a:spLocks/>
          </p:cNvSpPr>
          <p:nvPr/>
        </p:nvSpPr>
        <p:spPr>
          <a:xfrm>
            <a:off x="611560" y="1483874"/>
            <a:ext cx="8229600" cy="936104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r>
              <a:rPr lang="en-US" sz="1800" dirty="0"/>
              <a:t>Il </a:t>
            </a:r>
            <a:r>
              <a:rPr lang="en-US" sz="1800" dirty="0" err="1"/>
              <a:t>lavoro</a:t>
            </a:r>
            <a:r>
              <a:rPr lang="en-US" sz="1800" dirty="0"/>
              <a:t> </a:t>
            </a:r>
            <a:r>
              <a:rPr lang="en-US" sz="1800" dirty="0" err="1"/>
              <a:t>svolto</a:t>
            </a:r>
            <a:r>
              <a:rPr lang="en-US" sz="1800" dirty="0"/>
              <a:t> </a:t>
            </a:r>
            <a:r>
              <a:rPr lang="en-US" sz="1800" dirty="0" err="1"/>
              <a:t>si</a:t>
            </a:r>
            <a:r>
              <a:rPr lang="en-US" sz="1800" dirty="0"/>
              <a:t> </a:t>
            </a:r>
            <a:r>
              <a:rPr lang="en-US" sz="1800" dirty="0" err="1"/>
              <a:t>basa</a:t>
            </a:r>
            <a:r>
              <a:rPr lang="en-US" sz="1800" dirty="0"/>
              <a:t> sul paper:</a:t>
            </a:r>
            <a:r>
              <a:rPr lang="it-IT" sz="1800" dirty="0"/>
              <a:t> </a:t>
            </a:r>
            <a:r>
              <a:rPr lang="it-IT" sz="1800" b="1" dirty="0"/>
              <a:t>A </a:t>
            </a:r>
            <a:r>
              <a:rPr lang="it-IT" sz="1800" b="1" dirty="0" err="1"/>
              <a:t>Novel</a:t>
            </a:r>
            <a:r>
              <a:rPr lang="it-IT" sz="1800" b="1" dirty="0"/>
              <a:t> </a:t>
            </a:r>
            <a:r>
              <a:rPr lang="it-IT" sz="1800" b="1" dirty="0" err="1"/>
              <a:t>Breadth</a:t>
            </a:r>
            <a:r>
              <a:rPr lang="it-IT" sz="1800" b="1" dirty="0"/>
              <a:t>-first Strategy </a:t>
            </a:r>
            <a:r>
              <a:rPr lang="it-IT" sz="1800" b="1" dirty="0" err="1"/>
              <a:t>Algorithm</a:t>
            </a:r>
            <a:r>
              <a:rPr lang="it-IT" sz="1800" b="1" dirty="0"/>
              <a:t> for </a:t>
            </a:r>
            <a:r>
              <a:rPr lang="it-IT" sz="1800" b="1" dirty="0" err="1"/>
              <a:t>Dscovering</a:t>
            </a:r>
            <a:r>
              <a:rPr lang="it-IT" sz="1800" b="1" dirty="0"/>
              <a:t> </a:t>
            </a:r>
            <a:r>
              <a:rPr lang="it-IT" sz="1800" b="1" dirty="0" err="1"/>
              <a:t>Sequential</a:t>
            </a:r>
            <a:r>
              <a:rPr lang="it-IT" sz="1800" b="1" dirty="0"/>
              <a:t> Patterns from </a:t>
            </a:r>
            <a:r>
              <a:rPr lang="it-IT" sz="1800" b="1" dirty="0" err="1"/>
              <a:t>Spatio-temporal</a:t>
            </a:r>
            <a:r>
              <a:rPr lang="it-IT" sz="1800" b="1" dirty="0"/>
              <a:t> Data </a:t>
            </a:r>
            <a:r>
              <a:rPr lang="it-IT" sz="1800" dirty="0"/>
              <a:t>(</a:t>
            </a:r>
            <a:r>
              <a:rPr lang="de-DE" sz="1800" i="1" dirty="0"/>
              <a:t>Piotr S. </a:t>
            </a:r>
            <a:r>
              <a:rPr lang="de-DE" sz="1800" i="1" dirty="0" err="1"/>
              <a:t>Maciag</a:t>
            </a:r>
            <a:r>
              <a:rPr lang="de-DE" sz="1800" i="1" dirty="0"/>
              <a:t> e Robert </a:t>
            </a:r>
            <a:r>
              <a:rPr lang="de-DE" sz="1800" i="1" dirty="0" err="1"/>
              <a:t>Bembenik</a:t>
            </a:r>
            <a:r>
              <a:rPr lang="de-DE" sz="1800" i="1" dirty="0"/>
              <a:t>, 2019</a:t>
            </a:r>
            <a:r>
              <a:rPr lang="de-DE" sz="1800" dirty="0"/>
              <a:t>)</a:t>
            </a:r>
          </a:p>
          <a:p>
            <a:endParaRPr lang="de-DE" sz="1800" b="1" dirty="0"/>
          </a:p>
          <a:p>
            <a:pPr marL="109728" indent="0">
              <a:buFont typeface="Wingdings 3"/>
              <a:buNone/>
            </a:pPr>
            <a:endParaRPr lang="de-DE" sz="1800" dirty="0"/>
          </a:p>
        </p:txBody>
      </p:sp>
      <p:sp>
        <p:nvSpPr>
          <p:cNvPr id="6" name="Segnaposto contenuto 1">
            <a:extLst>
              <a:ext uri="{FF2B5EF4-FFF2-40B4-BE49-F238E27FC236}">
                <a16:creationId xmlns:a16="http://schemas.microsoft.com/office/drawing/2014/main" id="{7B172736-3961-4471-8924-9E5FE2467003}"/>
              </a:ext>
            </a:extLst>
          </p:cNvPr>
          <p:cNvSpPr txBox="1">
            <a:spLocks/>
          </p:cNvSpPr>
          <p:nvPr/>
        </p:nvSpPr>
        <p:spPr>
          <a:xfrm>
            <a:off x="610943" y="3011919"/>
            <a:ext cx="8229600" cy="1266684"/>
          </a:xfrm>
          <a:prstGeom prst="rect">
            <a:avLst/>
          </a:prstGeom>
        </p:spPr>
        <p:txBody>
          <a:bodyPr vert="horz">
            <a:normAutofit fontScale="92500" lnSpcReduction="20000"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109728" indent="0">
              <a:buNone/>
            </a:pPr>
            <a:endParaRPr lang="en-US" sz="1800" b="1" dirty="0"/>
          </a:p>
          <a:p>
            <a:r>
              <a:rPr lang="en-US" sz="1800" dirty="0"/>
              <a:t>Il dataset </a:t>
            </a:r>
            <a:r>
              <a:rPr lang="en-US" sz="1800" dirty="0" err="1"/>
              <a:t>scelto</a:t>
            </a:r>
            <a:r>
              <a:rPr lang="en-US" sz="1800" dirty="0"/>
              <a:t> per </a:t>
            </a:r>
            <a:r>
              <a:rPr lang="en-US" sz="1800" dirty="0" err="1"/>
              <a:t>l’applicazione</a:t>
            </a:r>
            <a:r>
              <a:rPr lang="en-US" sz="1800" dirty="0"/>
              <a:t> è del Department of Innovation and Technology del Boston Police Department, </a:t>
            </a:r>
            <a:r>
              <a:rPr lang="en-US" sz="1800" dirty="0" err="1"/>
              <a:t>dati</a:t>
            </a:r>
            <a:r>
              <a:rPr lang="en-US" sz="1800" dirty="0"/>
              <a:t> del 2018 </a:t>
            </a:r>
            <a:r>
              <a:rPr lang="it-IT" sz="1800" dirty="0">
                <a:hlinkClick r:id="rId2"/>
              </a:rPr>
              <a:t>https://data.boston.gov/dataset/crime-incident-reports-august-2015-to-date-source-new-system</a:t>
            </a:r>
            <a:endParaRPr lang="en-US" sz="1800" dirty="0"/>
          </a:p>
          <a:p>
            <a:endParaRPr lang="en-US" sz="1800" dirty="0"/>
          </a:p>
          <a:p>
            <a:pPr marL="109728" indent="0">
              <a:buFont typeface="Wingdings 3"/>
              <a:buNone/>
            </a:pPr>
            <a:endParaRPr lang="de-DE" sz="1800" dirty="0"/>
          </a:p>
        </p:txBody>
      </p:sp>
      <p:pic>
        <p:nvPicPr>
          <p:cNvPr id="1026" name="Picture 2" descr="Risultati immagini per boston police department logo">
            <a:extLst>
              <a:ext uri="{FF2B5EF4-FFF2-40B4-BE49-F238E27FC236}">
                <a16:creationId xmlns:a16="http://schemas.microsoft.com/office/drawing/2014/main" id="{270EF616-16FD-4DB7-ADA5-6997C7F128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514" y="4216805"/>
            <a:ext cx="1518061" cy="1794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3974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 build="p"/>
      <p:bldP spid="5" grpId="0"/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magine 5" descr="Immagine che contiene testo&#10;&#10;Descrizione generata automaticamente">
            <a:extLst>
              <a:ext uri="{FF2B5EF4-FFF2-40B4-BE49-F238E27FC236}">
                <a16:creationId xmlns:a16="http://schemas.microsoft.com/office/drawing/2014/main" id="{AE8991F2-9CBC-4A52-BC95-56EABB8959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08449"/>
            <a:ext cx="4899818" cy="3727951"/>
          </a:xfrm>
          <a:prstGeom prst="rect">
            <a:avLst/>
          </a:prstGeom>
        </p:spPr>
      </p:pic>
      <p:sp>
        <p:nvSpPr>
          <p:cNvPr id="2" name="Segnaposto contenuto 1">
            <a:extLst>
              <a:ext uri="{FF2B5EF4-FFF2-40B4-BE49-F238E27FC236}">
                <a16:creationId xmlns:a16="http://schemas.microsoft.com/office/drawing/2014/main" id="{9D8EFE16-4DD7-4F16-98C3-6D932A9D9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619673"/>
            <a:ext cx="4392488" cy="873224"/>
          </a:xfrm>
        </p:spPr>
        <p:txBody>
          <a:bodyPr>
            <a:normAutofit/>
          </a:bodyPr>
          <a:lstStyle/>
          <a:p>
            <a:r>
              <a:rPr lang="en-US" sz="1600" b="1" dirty="0"/>
              <a:t>Neighborhood</a:t>
            </a:r>
            <a:r>
              <a:rPr lang="en-US" sz="1600" dirty="0"/>
              <a:t> </a:t>
            </a:r>
            <a:r>
              <a:rPr lang="en-US" sz="1600" dirty="0" err="1"/>
              <a:t>definito</a:t>
            </a:r>
            <a:r>
              <a:rPr lang="en-US" sz="1600" dirty="0"/>
              <a:t> da un </a:t>
            </a:r>
            <a:r>
              <a:rPr lang="en-US" sz="1600" dirty="0" err="1"/>
              <a:t>raggio</a:t>
            </a:r>
            <a:r>
              <a:rPr lang="en-US" sz="1600" dirty="0"/>
              <a:t> </a:t>
            </a:r>
            <a:r>
              <a:rPr lang="en-US" sz="1600" dirty="0" err="1"/>
              <a:t>spaziale</a:t>
            </a:r>
            <a:r>
              <a:rPr lang="en-US" sz="1600" dirty="0"/>
              <a:t> </a:t>
            </a:r>
            <a:r>
              <a:rPr lang="en-US" sz="1600" b="1" dirty="0"/>
              <a:t>R</a:t>
            </a:r>
            <a:r>
              <a:rPr lang="en-US" sz="1600" dirty="0"/>
              <a:t> ed un </a:t>
            </a:r>
            <a:r>
              <a:rPr lang="en-US" sz="1600" dirty="0" err="1"/>
              <a:t>raggio</a:t>
            </a:r>
            <a:r>
              <a:rPr lang="en-US" sz="1600" dirty="0"/>
              <a:t> </a:t>
            </a:r>
            <a:r>
              <a:rPr lang="en-US" sz="1600" dirty="0" err="1"/>
              <a:t>temporale</a:t>
            </a:r>
            <a:r>
              <a:rPr lang="en-US" sz="1600" dirty="0"/>
              <a:t> </a:t>
            </a:r>
            <a:r>
              <a:rPr lang="en-US" sz="1600" b="1" dirty="0"/>
              <a:t>T</a:t>
            </a:r>
            <a:r>
              <a:rPr lang="en-US" sz="1600" dirty="0"/>
              <a:t>:</a:t>
            </a:r>
            <a:endParaRPr lang="it-IT" sz="1600" dirty="0"/>
          </a:p>
        </p:txBody>
      </p:sp>
      <p:sp>
        <p:nvSpPr>
          <p:cNvPr id="3" name="Titolo 2">
            <a:extLst>
              <a:ext uri="{FF2B5EF4-FFF2-40B4-BE49-F238E27FC236}">
                <a16:creationId xmlns:a16="http://schemas.microsoft.com/office/drawing/2014/main" id="{949F0703-FF79-4697-A6AD-478DE2B13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60" y="116632"/>
            <a:ext cx="8229600" cy="1143000"/>
          </a:xfrm>
        </p:spPr>
        <p:txBody>
          <a:bodyPr/>
          <a:lstStyle/>
          <a:p>
            <a:pPr algn="ctr"/>
            <a:r>
              <a:rPr lang="en-US" dirty="0" err="1"/>
              <a:t>Stato</a:t>
            </a:r>
            <a:r>
              <a:rPr lang="en-US" dirty="0"/>
              <a:t> </a:t>
            </a:r>
            <a:r>
              <a:rPr lang="en-US" dirty="0" err="1"/>
              <a:t>dell’Arte</a:t>
            </a:r>
            <a:endParaRPr lang="it-IT" dirty="0"/>
          </a:p>
        </p:txBody>
      </p:sp>
      <p:sp>
        <p:nvSpPr>
          <p:cNvPr id="4" name="Titolo 2">
            <a:extLst>
              <a:ext uri="{FF2B5EF4-FFF2-40B4-BE49-F238E27FC236}">
                <a16:creationId xmlns:a16="http://schemas.microsoft.com/office/drawing/2014/main" id="{2CA663DD-65B7-4B15-9218-25EE749F3CF6}"/>
              </a:ext>
            </a:extLst>
          </p:cNvPr>
          <p:cNvSpPr txBox="1">
            <a:spLocks/>
          </p:cNvSpPr>
          <p:nvPr/>
        </p:nvSpPr>
        <p:spPr>
          <a:xfrm>
            <a:off x="611560" y="476672"/>
            <a:ext cx="8229600" cy="1143000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100" b="1" kern="1200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en-US" sz="2400" dirty="0"/>
              <a:t>Neighborhood (o </a:t>
            </a:r>
            <a:r>
              <a:rPr lang="en-US" sz="2400" dirty="0" err="1"/>
              <a:t>vicinato</a:t>
            </a:r>
            <a:r>
              <a:rPr lang="en-US" sz="2400" dirty="0"/>
              <a:t>) e Set di </a:t>
            </a:r>
            <a:r>
              <a:rPr lang="en-US" sz="2400" dirty="0" err="1"/>
              <a:t>Istanze</a:t>
            </a:r>
            <a:endParaRPr lang="it-IT" sz="2400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2CBC66E2-3E46-423B-81F7-53FD151F53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272" y="2202490"/>
            <a:ext cx="4246952" cy="936103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624E8B82-DEB2-4253-9DE3-CAD54E02B4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5455" y="4272091"/>
            <a:ext cx="3060551" cy="315928"/>
          </a:xfrm>
          <a:prstGeom prst="rect">
            <a:avLst/>
          </a:prstGeom>
        </p:spPr>
      </p:pic>
      <p:sp>
        <p:nvSpPr>
          <p:cNvPr id="10" name="Segnaposto contenuto 1">
            <a:extLst>
              <a:ext uri="{FF2B5EF4-FFF2-40B4-BE49-F238E27FC236}">
                <a16:creationId xmlns:a16="http://schemas.microsoft.com/office/drawing/2014/main" id="{45794F42-E4CC-4264-BBBC-6E3B1A1D22E1}"/>
              </a:ext>
            </a:extLst>
          </p:cNvPr>
          <p:cNvSpPr txBox="1">
            <a:spLocks/>
          </p:cNvSpPr>
          <p:nvPr/>
        </p:nvSpPr>
        <p:spPr>
          <a:xfrm>
            <a:off x="4448672" y="3720037"/>
            <a:ext cx="4392488" cy="1368149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285750" indent="-285750"/>
            <a:r>
              <a:rPr lang="en-US" sz="1600" b="1" dirty="0"/>
              <a:t>Set di </a:t>
            </a:r>
            <a:r>
              <a:rPr lang="en-US" sz="1600" b="1" dirty="0" err="1"/>
              <a:t>istanze</a:t>
            </a:r>
            <a:r>
              <a:rPr lang="en-US" sz="1600" dirty="0"/>
              <a:t> per una </a:t>
            </a:r>
            <a:r>
              <a:rPr lang="en-US" sz="1600" dirty="0" err="1"/>
              <a:t>sequenza</a:t>
            </a:r>
            <a:r>
              <a:rPr lang="en-US" sz="1600" dirty="0"/>
              <a:t> di tipi di </a:t>
            </a:r>
            <a:r>
              <a:rPr lang="en-US" sz="1600" dirty="0" err="1"/>
              <a:t>eventi</a:t>
            </a:r>
            <a:r>
              <a:rPr lang="en-US" sz="1600" dirty="0"/>
              <a:t>: </a:t>
            </a:r>
          </a:p>
          <a:p>
            <a:pPr marL="109728" indent="0">
              <a:buNone/>
            </a:pPr>
            <a:endParaRPr lang="en-US" sz="1600" dirty="0"/>
          </a:p>
          <a:p>
            <a:pPr marL="109728" indent="0">
              <a:buNone/>
            </a:pPr>
            <a:r>
              <a:rPr lang="en-US" sz="1600" dirty="0"/>
              <a:t>    di </a:t>
            </a:r>
            <a:r>
              <a:rPr lang="en-US" sz="1600" dirty="0" err="1"/>
              <a:t>lunghezza</a:t>
            </a:r>
            <a:r>
              <a:rPr lang="en-US" sz="1600" dirty="0"/>
              <a:t> m</a:t>
            </a:r>
            <a:endParaRPr lang="it-IT" sz="1600" dirty="0"/>
          </a:p>
        </p:txBody>
      </p:sp>
      <p:sp>
        <p:nvSpPr>
          <p:cNvPr id="11" name="Segnaposto contenuto 1">
            <a:extLst>
              <a:ext uri="{FF2B5EF4-FFF2-40B4-BE49-F238E27FC236}">
                <a16:creationId xmlns:a16="http://schemas.microsoft.com/office/drawing/2014/main" id="{C4DE8432-AFCD-4166-B792-EF6DC480AEEF}"/>
              </a:ext>
            </a:extLst>
          </p:cNvPr>
          <p:cNvSpPr txBox="1">
            <a:spLocks/>
          </p:cNvSpPr>
          <p:nvPr/>
        </p:nvSpPr>
        <p:spPr>
          <a:xfrm>
            <a:off x="4809272" y="4919101"/>
            <a:ext cx="4392488" cy="136815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342900" indent="-342900">
              <a:buFont typeface="+mj-lt"/>
              <a:buAutoNum type="arabicPeriod"/>
            </a:pPr>
            <a:r>
              <a:rPr lang="en-US" sz="1600" dirty="0"/>
              <a:t>Per un </a:t>
            </a:r>
            <a:r>
              <a:rPr lang="en-US" sz="1600" dirty="0" err="1"/>
              <a:t>tipo</a:t>
            </a:r>
            <a:r>
              <a:rPr lang="en-US" sz="1600" dirty="0"/>
              <a:t>  s[1]:                                     …………..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sz="1600" dirty="0"/>
              <a:t>Per </a:t>
            </a:r>
            <a:r>
              <a:rPr lang="en-US" sz="1600" dirty="0" err="1"/>
              <a:t>i</a:t>
            </a:r>
            <a:r>
              <a:rPr lang="en-US" sz="1600" dirty="0"/>
              <a:t> tipi s[2]……………….. :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EC25C6F6-313F-4C8F-8FD3-D1934A6DF0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4301" y="5449820"/>
            <a:ext cx="1781175" cy="285750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5F7B3EEE-56C2-44F8-942E-C90BEEF3B2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6193" y="4896201"/>
            <a:ext cx="428625" cy="295275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70FE459A-F9C5-4B77-8845-9A03D83AFC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5664" y="5774178"/>
            <a:ext cx="3308784" cy="566926"/>
          </a:xfrm>
          <a:prstGeom prst="rect">
            <a:avLst/>
          </a:prstGeom>
        </p:spPr>
      </p:pic>
      <p:pic>
        <p:nvPicPr>
          <p:cNvPr id="17" name="Immagine 16">
            <a:extLst>
              <a:ext uri="{FF2B5EF4-FFF2-40B4-BE49-F238E27FC236}">
                <a16:creationId xmlns:a16="http://schemas.microsoft.com/office/drawing/2014/main" id="{FA8248BE-DC74-4BF0-B7B8-72D37822BA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41801" y="5182575"/>
            <a:ext cx="1905000" cy="276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035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10" grpId="0"/>
      <p:bldP spid="11" grpId="0" build="allAtOnce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>
            <a:extLst>
              <a:ext uri="{FF2B5EF4-FFF2-40B4-BE49-F238E27FC236}">
                <a16:creationId xmlns:a16="http://schemas.microsoft.com/office/drawing/2014/main" id="{294E60C9-CC70-489E-BE52-F85744696C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3959" y="2308424"/>
            <a:ext cx="5050904" cy="507512"/>
          </a:xfrm>
        </p:spPr>
        <p:txBody>
          <a:bodyPr>
            <a:normAutofit/>
          </a:bodyPr>
          <a:lstStyle/>
          <a:p>
            <a:r>
              <a:rPr lang="en-US" sz="1800" dirty="0"/>
              <a:t>Participation </a:t>
            </a:r>
            <a:r>
              <a:rPr lang="en-US" sz="1800" dirty="0" err="1"/>
              <a:t>Rateo</a:t>
            </a:r>
            <a:r>
              <a:rPr lang="en-US" sz="1800" dirty="0"/>
              <a:t> (</a:t>
            </a:r>
            <a:r>
              <a:rPr lang="en-US" sz="1800" dirty="0" err="1"/>
              <a:t>tra</a:t>
            </a:r>
            <a:r>
              <a:rPr lang="en-US" sz="1800" dirty="0"/>
              <a:t> 2 soli tipi):</a:t>
            </a:r>
            <a:endParaRPr lang="it-IT" sz="1800" dirty="0"/>
          </a:p>
        </p:txBody>
      </p:sp>
      <p:sp>
        <p:nvSpPr>
          <p:cNvPr id="3" name="Titolo 2">
            <a:extLst>
              <a:ext uri="{FF2B5EF4-FFF2-40B4-BE49-F238E27FC236}">
                <a16:creationId xmlns:a16="http://schemas.microsoft.com/office/drawing/2014/main" id="{4D3C969E-DE23-462B-9107-BA1A5DCA0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540" y="167060"/>
            <a:ext cx="8280920" cy="760614"/>
          </a:xfrm>
        </p:spPr>
        <p:txBody>
          <a:bodyPr>
            <a:normAutofit/>
          </a:bodyPr>
          <a:lstStyle/>
          <a:p>
            <a:pPr algn="ctr"/>
            <a:r>
              <a:rPr lang="en-US" dirty="0" err="1"/>
              <a:t>Stato</a:t>
            </a:r>
            <a:r>
              <a:rPr lang="en-US" dirty="0"/>
              <a:t> </a:t>
            </a:r>
            <a:r>
              <a:rPr lang="en-US" dirty="0" err="1"/>
              <a:t>dell’Arte</a:t>
            </a:r>
            <a:endParaRPr lang="it-IT" dirty="0"/>
          </a:p>
        </p:txBody>
      </p:sp>
      <p:sp>
        <p:nvSpPr>
          <p:cNvPr id="4" name="Titolo 2">
            <a:extLst>
              <a:ext uri="{FF2B5EF4-FFF2-40B4-BE49-F238E27FC236}">
                <a16:creationId xmlns:a16="http://schemas.microsoft.com/office/drawing/2014/main" id="{F989E449-B0F6-45E6-9C8B-817E168E2F31}"/>
              </a:ext>
            </a:extLst>
          </p:cNvPr>
          <p:cNvSpPr txBox="1">
            <a:spLocks/>
          </p:cNvSpPr>
          <p:nvPr/>
        </p:nvSpPr>
        <p:spPr>
          <a:xfrm>
            <a:off x="539552" y="562673"/>
            <a:ext cx="8280920" cy="678813"/>
          </a:xfrm>
          <a:prstGeom prst="rect">
            <a:avLst/>
          </a:prstGeom>
        </p:spPr>
        <p:txBody>
          <a:bodyPr vert="horz" rtlCol="0" anchor="ctr">
            <a:normAutofit fontScale="97500"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100" b="1" kern="1200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en-US" sz="2400" dirty="0"/>
              <a:t>Participation </a:t>
            </a:r>
            <a:r>
              <a:rPr lang="en-US" sz="2400" dirty="0" err="1"/>
              <a:t>Rateo</a:t>
            </a:r>
            <a:r>
              <a:rPr lang="en-US" sz="2400" dirty="0"/>
              <a:t> &amp; Participation Index</a:t>
            </a:r>
            <a:endParaRPr lang="it-IT" sz="2400" dirty="0"/>
          </a:p>
        </p:txBody>
      </p:sp>
      <p:sp>
        <p:nvSpPr>
          <p:cNvPr id="5" name="Segnaposto contenuto 1">
            <a:extLst>
              <a:ext uri="{FF2B5EF4-FFF2-40B4-BE49-F238E27FC236}">
                <a16:creationId xmlns:a16="http://schemas.microsoft.com/office/drawing/2014/main" id="{53F25942-07E3-4AF3-BDDC-2BEB24250FB0}"/>
              </a:ext>
            </a:extLst>
          </p:cNvPr>
          <p:cNvSpPr txBox="1">
            <a:spLocks/>
          </p:cNvSpPr>
          <p:nvPr/>
        </p:nvSpPr>
        <p:spPr>
          <a:xfrm>
            <a:off x="539552" y="1275765"/>
            <a:ext cx="6984776" cy="327339"/>
          </a:xfrm>
          <a:prstGeom prst="rect">
            <a:avLst/>
          </a:prstGeom>
        </p:spPr>
        <p:txBody>
          <a:bodyPr vert="horz">
            <a:normAutofit fontScale="92500" lnSpcReduction="20000"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109728" indent="0">
              <a:buNone/>
            </a:pPr>
            <a:r>
              <a:rPr lang="en-US" sz="1800" dirty="0"/>
              <a:t>Data una </a:t>
            </a:r>
            <a:r>
              <a:rPr lang="en-US" sz="1800" dirty="0" err="1"/>
              <a:t>sequenza</a:t>
            </a:r>
            <a:r>
              <a:rPr lang="en-US" sz="1800" dirty="0"/>
              <a:t> di tipi di </a:t>
            </a:r>
            <a:r>
              <a:rPr lang="en-US" sz="1800" dirty="0" err="1"/>
              <a:t>eventi</a:t>
            </a:r>
            <a:r>
              <a:rPr lang="en-US" sz="1800" dirty="0"/>
              <a:t> di </a:t>
            </a:r>
            <a:r>
              <a:rPr lang="en-US" sz="1800" dirty="0" err="1"/>
              <a:t>lunghezza</a:t>
            </a:r>
            <a:r>
              <a:rPr lang="en-US" sz="1800" dirty="0"/>
              <a:t> m:</a:t>
            </a:r>
            <a:endParaRPr lang="it-IT" sz="1800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E5EE2777-EA4E-4758-B425-382BDCB700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5736" y="2583618"/>
            <a:ext cx="4104456" cy="704896"/>
          </a:xfrm>
          <a:prstGeom prst="rect">
            <a:avLst/>
          </a:prstGeom>
        </p:spPr>
      </p:pic>
      <p:sp>
        <p:nvSpPr>
          <p:cNvPr id="8" name="Segnaposto contenuto 1">
            <a:extLst>
              <a:ext uri="{FF2B5EF4-FFF2-40B4-BE49-F238E27FC236}">
                <a16:creationId xmlns:a16="http://schemas.microsoft.com/office/drawing/2014/main" id="{C906672F-56BE-4380-ADD0-9607BF4370F6}"/>
              </a:ext>
            </a:extLst>
          </p:cNvPr>
          <p:cNvSpPr txBox="1">
            <a:spLocks/>
          </p:cNvSpPr>
          <p:nvPr/>
        </p:nvSpPr>
        <p:spPr>
          <a:xfrm>
            <a:off x="573959" y="3438615"/>
            <a:ext cx="5050904" cy="507512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r>
              <a:rPr lang="en-US" sz="1800" dirty="0"/>
              <a:t>Participation Index:</a:t>
            </a:r>
            <a:endParaRPr lang="it-IT" sz="1800" dirty="0"/>
          </a:p>
        </p:txBody>
      </p:sp>
      <p:sp>
        <p:nvSpPr>
          <p:cNvPr id="9" name="Segnaposto contenuto 1">
            <a:extLst>
              <a:ext uri="{FF2B5EF4-FFF2-40B4-BE49-F238E27FC236}">
                <a16:creationId xmlns:a16="http://schemas.microsoft.com/office/drawing/2014/main" id="{F430D6B9-662C-43FF-B115-C47764878351}"/>
              </a:ext>
            </a:extLst>
          </p:cNvPr>
          <p:cNvSpPr txBox="1">
            <a:spLocks/>
          </p:cNvSpPr>
          <p:nvPr/>
        </p:nvSpPr>
        <p:spPr>
          <a:xfrm>
            <a:off x="2046548" y="3833964"/>
            <a:ext cx="5050904" cy="1803734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452628" indent="-342900">
              <a:buFont typeface="+mj-lt"/>
              <a:buAutoNum type="arabicPeriod"/>
            </a:pPr>
            <a:r>
              <a:rPr lang="en-US" sz="1800" dirty="0"/>
              <a:t>se m = 2:</a:t>
            </a:r>
          </a:p>
          <a:p>
            <a:pPr marL="452628" indent="-342900">
              <a:buFont typeface="+mj-lt"/>
              <a:buAutoNum type="arabicPeriod"/>
            </a:pPr>
            <a:endParaRPr lang="en-US" sz="1800" dirty="0"/>
          </a:p>
          <a:p>
            <a:pPr marL="452628" indent="-342900">
              <a:buFont typeface="+mj-lt"/>
              <a:buAutoNum type="arabicPeriod"/>
            </a:pPr>
            <a:endParaRPr lang="en-US" sz="1800" dirty="0"/>
          </a:p>
          <a:p>
            <a:pPr marL="452628" indent="-342900">
              <a:buFont typeface="+mj-lt"/>
              <a:buAutoNum type="arabicPeriod"/>
            </a:pPr>
            <a:r>
              <a:rPr lang="en-US" sz="1800" dirty="0"/>
              <a:t>se m &gt; 2:</a:t>
            </a:r>
            <a:endParaRPr lang="it-IT" sz="1800" dirty="0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025827C-26A8-4EEF-8315-33E558CCE4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5816" y="4215399"/>
            <a:ext cx="3528392" cy="427684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4505C8CB-19DC-473F-A037-3E0FD697E3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0204" y="5075676"/>
            <a:ext cx="4892534" cy="980182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ACE67D4-C288-458B-8556-BFF0436B01B1}"/>
              </a:ext>
            </a:extLst>
          </p:cNvPr>
          <p:cNvSpPr txBox="1"/>
          <p:nvPr/>
        </p:nvSpPr>
        <p:spPr>
          <a:xfrm>
            <a:off x="3046481" y="6093213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dove </a:t>
            </a:r>
            <a:endParaRPr lang="it-IT" dirty="0"/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8453282A-A22C-4C29-BE1E-548626628D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9912" y="6070291"/>
            <a:ext cx="4610548" cy="403530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7247DCF8-B139-43D8-A13E-DF97B77BF7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33566" y="1550353"/>
            <a:ext cx="4076868" cy="393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061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5" grpId="0"/>
      <p:bldP spid="8" grpId="0"/>
      <p:bldP spid="9" grpId="0"/>
      <p:bldP spid="1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>
            <a:extLst>
              <a:ext uri="{FF2B5EF4-FFF2-40B4-BE49-F238E27FC236}">
                <a16:creationId xmlns:a16="http://schemas.microsoft.com/office/drawing/2014/main" id="{0134B2F3-CDA8-4A44-831C-4B2E414F3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1658" y="251165"/>
            <a:ext cx="8229600" cy="778098"/>
          </a:xfrm>
        </p:spPr>
        <p:txBody>
          <a:bodyPr>
            <a:normAutofit/>
          </a:bodyPr>
          <a:lstStyle/>
          <a:p>
            <a:pPr algn="ctr"/>
            <a:r>
              <a:rPr lang="en-US" dirty="0" err="1"/>
              <a:t>Algoritmo</a:t>
            </a:r>
            <a:r>
              <a:rPr lang="en-US" dirty="0"/>
              <a:t> STBFM</a:t>
            </a:r>
            <a:endParaRPr lang="it-IT" dirty="0"/>
          </a:p>
        </p:txBody>
      </p:sp>
      <p:sp>
        <p:nvSpPr>
          <p:cNvPr id="5" name="Trapezio 4">
            <a:extLst>
              <a:ext uri="{FF2B5EF4-FFF2-40B4-BE49-F238E27FC236}">
                <a16:creationId xmlns:a16="http://schemas.microsoft.com/office/drawing/2014/main" id="{098D7189-2B1E-4498-8770-3848EE2649D4}"/>
              </a:ext>
            </a:extLst>
          </p:cNvPr>
          <p:cNvSpPr/>
          <p:nvPr/>
        </p:nvSpPr>
        <p:spPr>
          <a:xfrm>
            <a:off x="392235" y="1672372"/>
            <a:ext cx="1728192" cy="778098"/>
          </a:xfrm>
          <a:prstGeom prst="trapezoid">
            <a:avLst>
              <a:gd name="adj" fmla="val 1181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Dataset</a:t>
            </a:r>
            <a:endParaRPr lang="it-IT" dirty="0"/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22460A79-2D30-4850-B871-4032877339A0}"/>
              </a:ext>
            </a:extLst>
          </p:cNvPr>
          <p:cNvCxnSpPr>
            <a:cxnSpLocks/>
          </p:cNvCxnSpPr>
          <p:nvPr/>
        </p:nvCxnSpPr>
        <p:spPr>
          <a:xfrm>
            <a:off x="2191382" y="2041041"/>
            <a:ext cx="50405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67802E51-C156-4023-B3F3-A309A40AFBF1}"/>
              </a:ext>
            </a:extLst>
          </p:cNvPr>
          <p:cNvCxnSpPr>
            <a:cxnSpLocks/>
          </p:cNvCxnSpPr>
          <p:nvPr/>
        </p:nvCxnSpPr>
        <p:spPr>
          <a:xfrm>
            <a:off x="5575758" y="2041041"/>
            <a:ext cx="50405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D23D87FA-234E-4269-95B0-62054CEA829A}"/>
              </a:ext>
            </a:extLst>
          </p:cNvPr>
          <p:cNvCxnSpPr>
            <a:cxnSpLocks/>
          </p:cNvCxnSpPr>
          <p:nvPr/>
        </p:nvCxnSpPr>
        <p:spPr>
          <a:xfrm>
            <a:off x="7447966" y="2459099"/>
            <a:ext cx="0" cy="64807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e 13">
                <a:extLst>
                  <a:ext uri="{FF2B5EF4-FFF2-40B4-BE49-F238E27FC236}">
                    <a16:creationId xmlns:a16="http://schemas.microsoft.com/office/drawing/2014/main" id="{F50D7345-78AF-4854-9A5F-1EB27C8449C5}"/>
                  </a:ext>
                </a:extLst>
              </p:cNvPr>
              <p:cNvSpPr/>
              <p:nvPr/>
            </p:nvSpPr>
            <p:spPr>
              <a:xfrm>
                <a:off x="6089069" y="3193405"/>
                <a:ext cx="2717794" cy="84870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𝐶𝑎𝑛𝑑𝑖𝑑𝑎𝑡𝑒𝐺𝑒𝑛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14" name="Ovale 13">
                <a:extLst>
                  <a:ext uri="{FF2B5EF4-FFF2-40B4-BE49-F238E27FC236}">
                    <a16:creationId xmlns:a16="http://schemas.microsoft.com/office/drawing/2014/main" id="{F50D7345-78AF-4854-9A5F-1EB27C8449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9069" y="3193405"/>
                <a:ext cx="2717794" cy="848706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318765C9-F78D-4030-9071-AA848EFE6788}"/>
              </a:ext>
            </a:extLst>
          </p:cNvPr>
          <p:cNvCxnSpPr>
            <a:cxnSpLocks/>
          </p:cNvCxnSpPr>
          <p:nvPr/>
        </p:nvCxnSpPr>
        <p:spPr>
          <a:xfrm flipH="1">
            <a:off x="7447966" y="4093113"/>
            <a:ext cx="1" cy="39620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ttangolo 18">
                <a:extLst>
                  <a:ext uri="{FF2B5EF4-FFF2-40B4-BE49-F238E27FC236}">
                    <a16:creationId xmlns:a16="http://schemas.microsoft.com/office/drawing/2014/main" id="{1B5F6E32-4C4E-493F-B28A-01F4CFFB048F}"/>
                  </a:ext>
                </a:extLst>
              </p:cNvPr>
              <p:cNvSpPr/>
              <p:nvPr/>
            </p:nvSpPr>
            <p:spPr>
              <a:xfrm>
                <a:off x="6272755" y="4601261"/>
                <a:ext cx="2534108" cy="72008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𝑣𝑒𝑟𝑖𝑓𝑦𝐶𝑎𝑛𝑑𝑖𝑑𝑎𝑡𝑒𝑠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19" name="Rettangolo 18">
                <a:extLst>
                  <a:ext uri="{FF2B5EF4-FFF2-40B4-BE49-F238E27FC236}">
                    <a16:creationId xmlns:a16="http://schemas.microsoft.com/office/drawing/2014/main" id="{1B5F6E32-4C4E-493F-B28A-01F4CFFB04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2755" y="4601261"/>
                <a:ext cx="2534108" cy="7200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Dati 21">
                <a:extLst>
                  <a:ext uri="{FF2B5EF4-FFF2-40B4-BE49-F238E27FC236}">
                    <a16:creationId xmlns:a16="http://schemas.microsoft.com/office/drawing/2014/main" id="{8B0FD312-8A11-477C-ABE9-1CD102DF5927}"/>
                  </a:ext>
                </a:extLst>
              </p:cNvPr>
              <p:cNvSpPr/>
              <p:nvPr/>
            </p:nvSpPr>
            <p:spPr>
              <a:xfrm>
                <a:off x="3686056" y="4291213"/>
                <a:ext cx="2141730" cy="680140"/>
              </a:xfrm>
              <a:prstGeom prst="flowChartInputOutpu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𝑇𝑜𝑝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i="1" dirty="0"/>
              </a:p>
            </p:txBody>
          </p:sp>
        </mc:Choice>
        <mc:Fallback xmlns="">
          <p:sp>
            <p:nvSpPr>
              <p:cNvPr id="22" name="Dati 21">
                <a:extLst>
                  <a:ext uri="{FF2B5EF4-FFF2-40B4-BE49-F238E27FC236}">
                    <a16:creationId xmlns:a16="http://schemas.microsoft.com/office/drawing/2014/main" id="{8B0FD312-8A11-477C-ABE9-1CD102DF59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6056" y="4291213"/>
                <a:ext cx="2141730" cy="680140"/>
              </a:xfrm>
              <a:prstGeom prst="flowChartInputOutpu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Connettore 2 22">
            <a:extLst>
              <a:ext uri="{FF2B5EF4-FFF2-40B4-BE49-F238E27FC236}">
                <a16:creationId xmlns:a16="http://schemas.microsoft.com/office/drawing/2014/main" id="{779F6B7E-7C3D-4DCA-A745-0B4A706DCB7E}"/>
              </a:ext>
            </a:extLst>
          </p:cNvPr>
          <p:cNvCxnSpPr>
            <a:cxnSpLocks/>
          </p:cNvCxnSpPr>
          <p:nvPr/>
        </p:nvCxnSpPr>
        <p:spPr>
          <a:xfrm flipH="1" flipV="1">
            <a:off x="5637458" y="4777345"/>
            <a:ext cx="513311" cy="18395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ttore 2 24">
            <a:extLst>
              <a:ext uri="{FF2B5EF4-FFF2-40B4-BE49-F238E27FC236}">
                <a16:creationId xmlns:a16="http://schemas.microsoft.com/office/drawing/2014/main" id="{64980A51-E4FF-4F25-9FC7-BB3DE6B5A322}"/>
              </a:ext>
            </a:extLst>
          </p:cNvPr>
          <p:cNvCxnSpPr>
            <a:cxnSpLocks/>
          </p:cNvCxnSpPr>
          <p:nvPr/>
        </p:nvCxnSpPr>
        <p:spPr>
          <a:xfrm flipH="1" flipV="1">
            <a:off x="3127488" y="4168258"/>
            <a:ext cx="815214" cy="28852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Decisione 27">
                <a:extLst>
                  <a:ext uri="{FF2B5EF4-FFF2-40B4-BE49-F238E27FC236}">
                    <a16:creationId xmlns:a16="http://schemas.microsoft.com/office/drawing/2014/main" id="{F1745EEF-FB7F-4375-8656-5924277A2DBB}"/>
                  </a:ext>
                </a:extLst>
              </p:cNvPr>
              <p:cNvSpPr/>
              <p:nvPr/>
            </p:nvSpPr>
            <p:spPr>
              <a:xfrm>
                <a:off x="1111957" y="3139321"/>
                <a:ext cx="2486614" cy="1368148"/>
              </a:xfrm>
              <a:prstGeom prst="flowChartDecision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 ∅</m:t>
                    </m:r>
                  </m:oMath>
                </a14:m>
                <a:r>
                  <a:rPr lang="en-US" dirty="0"/>
                  <a:t> </a:t>
                </a:r>
                <a:endParaRPr lang="it-IT" dirty="0"/>
              </a:p>
            </p:txBody>
          </p:sp>
        </mc:Choice>
        <mc:Fallback xmlns="">
          <p:sp>
            <p:nvSpPr>
              <p:cNvPr id="28" name="Decisione 27">
                <a:extLst>
                  <a:ext uri="{FF2B5EF4-FFF2-40B4-BE49-F238E27FC236}">
                    <a16:creationId xmlns:a16="http://schemas.microsoft.com/office/drawing/2014/main" id="{F1745EEF-FB7F-4375-8656-5924277A2D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1957" y="3139321"/>
                <a:ext cx="2486614" cy="1368148"/>
              </a:xfrm>
              <a:prstGeom prst="flowChartDecision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451707EF-907E-49CA-80DA-D8313591918A}"/>
              </a:ext>
            </a:extLst>
          </p:cNvPr>
          <p:cNvCxnSpPr>
            <a:cxnSpLocks/>
          </p:cNvCxnSpPr>
          <p:nvPr/>
        </p:nvCxnSpPr>
        <p:spPr>
          <a:xfrm flipV="1">
            <a:off x="3127486" y="2798615"/>
            <a:ext cx="4248472" cy="69637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ttore 2 32">
            <a:extLst>
              <a:ext uri="{FF2B5EF4-FFF2-40B4-BE49-F238E27FC236}">
                <a16:creationId xmlns:a16="http://schemas.microsoft.com/office/drawing/2014/main" id="{9AA13B88-290D-4F07-8212-5986E5064482}"/>
              </a:ext>
            </a:extLst>
          </p:cNvPr>
          <p:cNvCxnSpPr>
            <a:cxnSpLocks/>
          </p:cNvCxnSpPr>
          <p:nvPr/>
        </p:nvCxnSpPr>
        <p:spPr>
          <a:xfrm>
            <a:off x="2349722" y="4618347"/>
            <a:ext cx="0" cy="50405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sagono 35">
                <a:extLst>
                  <a:ext uri="{FF2B5EF4-FFF2-40B4-BE49-F238E27FC236}">
                    <a16:creationId xmlns:a16="http://schemas.microsoft.com/office/drawing/2014/main" id="{37BCF024-32E2-4BE9-AC9E-A1AEBC4C4B6B}"/>
                  </a:ext>
                </a:extLst>
              </p:cNvPr>
              <p:cNvSpPr/>
              <p:nvPr/>
            </p:nvSpPr>
            <p:spPr>
              <a:xfrm>
                <a:off x="1256331" y="5196320"/>
                <a:ext cx="2141730" cy="680140"/>
              </a:xfrm>
              <a:prstGeom prst="hexagon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𝑅𝑒𝑡𝑢𝑟𝑛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𝑇𝑜𝑝</m:t>
                      </m:r>
                    </m:oMath>
                  </m:oMathPara>
                </a14:m>
                <a:endParaRPr lang="it-IT" i="1" dirty="0"/>
              </a:p>
            </p:txBody>
          </p:sp>
        </mc:Choice>
        <mc:Fallback xmlns="">
          <p:sp>
            <p:nvSpPr>
              <p:cNvPr id="36" name="Esagono 35">
                <a:extLst>
                  <a:ext uri="{FF2B5EF4-FFF2-40B4-BE49-F238E27FC236}">
                    <a16:creationId xmlns:a16="http://schemas.microsoft.com/office/drawing/2014/main" id="{37BCF024-32E2-4BE9-AC9E-A1AEBC4C4B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6331" y="5196320"/>
                <a:ext cx="2141730" cy="680140"/>
              </a:xfrm>
              <a:prstGeom prst="hexagon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e 36">
                <a:extLst>
                  <a:ext uri="{FF2B5EF4-FFF2-40B4-BE49-F238E27FC236}">
                    <a16:creationId xmlns:a16="http://schemas.microsoft.com/office/drawing/2014/main" id="{A2745D15-3963-4872-A6A1-7BA2E7D51E09}"/>
                  </a:ext>
                </a:extLst>
              </p:cNvPr>
              <p:cNvSpPr/>
              <p:nvPr/>
            </p:nvSpPr>
            <p:spPr>
              <a:xfrm>
                <a:off x="2787009" y="1645697"/>
                <a:ext cx="2717794" cy="84870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𝐶𝑎𝑛𝑑𝑖𝑑𝑎𝑡𝑒𝐺𝑒𝑛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37" name="Ovale 36">
                <a:extLst>
                  <a:ext uri="{FF2B5EF4-FFF2-40B4-BE49-F238E27FC236}">
                    <a16:creationId xmlns:a16="http://schemas.microsoft.com/office/drawing/2014/main" id="{A2745D15-3963-4872-A6A1-7BA2E7D51E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7009" y="1645697"/>
                <a:ext cx="2717794" cy="848706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Rettangolo 37">
                <a:extLst>
                  <a:ext uri="{FF2B5EF4-FFF2-40B4-BE49-F238E27FC236}">
                    <a16:creationId xmlns:a16="http://schemas.microsoft.com/office/drawing/2014/main" id="{D8719E72-2C1C-4E19-851E-DEED4B7FF3F7}"/>
                  </a:ext>
                </a:extLst>
              </p:cNvPr>
              <p:cNvSpPr/>
              <p:nvPr/>
            </p:nvSpPr>
            <p:spPr>
              <a:xfrm>
                <a:off x="6150769" y="1672372"/>
                <a:ext cx="2534108" cy="72008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𝑣𝑒𝑟𝑖𝑓𝑦𝐶𝑎𝑛𝑑𝑖𝑑𝑎𝑡𝑒𝑠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38" name="Rettangolo 37">
                <a:extLst>
                  <a:ext uri="{FF2B5EF4-FFF2-40B4-BE49-F238E27FC236}">
                    <a16:creationId xmlns:a16="http://schemas.microsoft.com/office/drawing/2014/main" id="{D8719E72-2C1C-4E19-851E-DEED4B7FF3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0769" y="1672372"/>
                <a:ext cx="2534108" cy="72008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CasellaDiTesto 40">
            <a:extLst>
              <a:ext uri="{FF2B5EF4-FFF2-40B4-BE49-F238E27FC236}">
                <a16:creationId xmlns:a16="http://schemas.microsoft.com/office/drawing/2014/main" id="{1860C98C-5295-4F1F-B190-8D82444C46BD}"/>
              </a:ext>
            </a:extLst>
          </p:cNvPr>
          <p:cNvSpPr txBox="1"/>
          <p:nvPr/>
        </p:nvSpPr>
        <p:spPr>
          <a:xfrm>
            <a:off x="3127486" y="3168385"/>
            <a:ext cx="3145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accent1">
                    <a:lumMod val="50000"/>
                  </a:schemeClr>
                </a:solidFill>
              </a:rPr>
              <a:t>T</a:t>
            </a:r>
            <a:endParaRPr lang="it-IT" sz="16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42" name="CasellaDiTesto 41">
            <a:extLst>
              <a:ext uri="{FF2B5EF4-FFF2-40B4-BE49-F238E27FC236}">
                <a16:creationId xmlns:a16="http://schemas.microsoft.com/office/drawing/2014/main" id="{6A48F468-678D-4A48-8B92-D9EE37ED1EE3}"/>
              </a:ext>
            </a:extLst>
          </p:cNvPr>
          <p:cNvSpPr txBox="1"/>
          <p:nvPr/>
        </p:nvSpPr>
        <p:spPr>
          <a:xfrm>
            <a:off x="2054448" y="4556529"/>
            <a:ext cx="2952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accent1">
                    <a:lumMod val="50000"/>
                  </a:schemeClr>
                </a:solidFill>
              </a:rPr>
              <a:t>F</a:t>
            </a:r>
            <a:endParaRPr lang="it-IT" sz="16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47" name="Segnaposto contenuto 1">
            <a:extLst>
              <a:ext uri="{FF2B5EF4-FFF2-40B4-BE49-F238E27FC236}">
                <a16:creationId xmlns:a16="http://schemas.microsoft.com/office/drawing/2014/main" id="{344A0322-51F0-4D85-B863-293CC4CBEE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0555" y="992823"/>
            <a:ext cx="2953382" cy="376760"/>
          </a:xfrm>
        </p:spPr>
        <p:txBody>
          <a:bodyPr>
            <a:noAutofit/>
          </a:bodyPr>
          <a:lstStyle/>
          <a:p>
            <a:r>
              <a:rPr lang="en-US" sz="1600" dirty="0" err="1"/>
              <a:t>Theshold</a:t>
            </a:r>
            <a:r>
              <a:rPr lang="en-US" sz="1600" dirty="0"/>
              <a:t> (</a:t>
            </a:r>
            <a:r>
              <a:rPr lang="en-US" sz="1600" dirty="0" err="1"/>
              <a:t>soglia</a:t>
            </a:r>
            <a:r>
              <a:rPr lang="en-US" sz="1600" dirty="0"/>
              <a:t>): </a:t>
            </a:r>
            <a:r>
              <a:rPr lang="el-GR" sz="1600" b="1" dirty="0"/>
              <a:t>θ</a:t>
            </a:r>
            <a:endParaRPr lang="en-US" sz="1600" dirty="0"/>
          </a:p>
        </p:txBody>
      </p:sp>
      <p:sp>
        <p:nvSpPr>
          <p:cNvPr id="48" name="Segnaposto contenuto 1">
            <a:extLst>
              <a:ext uri="{FF2B5EF4-FFF2-40B4-BE49-F238E27FC236}">
                <a16:creationId xmlns:a16="http://schemas.microsoft.com/office/drawing/2014/main" id="{06E82E6A-AE90-4177-995C-B5CEB85BDA43}"/>
              </a:ext>
            </a:extLst>
          </p:cNvPr>
          <p:cNvSpPr txBox="1">
            <a:spLocks/>
          </p:cNvSpPr>
          <p:nvPr/>
        </p:nvSpPr>
        <p:spPr>
          <a:xfrm>
            <a:off x="457200" y="992823"/>
            <a:ext cx="1981273" cy="376760"/>
          </a:xfrm>
          <a:prstGeom prst="rect">
            <a:avLst/>
          </a:prstGeom>
        </p:spPr>
        <p:txBody>
          <a:bodyPr vert="horz">
            <a:no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r>
              <a:rPr lang="en-US" sz="1600" dirty="0" err="1"/>
              <a:t>Insieme</a:t>
            </a:r>
            <a:r>
              <a:rPr lang="en-US" sz="1600" dirty="0"/>
              <a:t> </a:t>
            </a:r>
            <a:r>
              <a:rPr lang="en-US" sz="1600" i="1" dirty="0"/>
              <a:t>Top</a:t>
            </a:r>
            <a:endParaRPr lang="en-US" sz="1600" dirty="0"/>
          </a:p>
        </p:txBody>
      </p:sp>
      <p:sp>
        <p:nvSpPr>
          <p:cNvPr id="49" name="Segnaposto contenuto 1">
            <a:extLst>
              <a:ext uri="{FF2B5EF4-FFF2-40B4-BE49-F238E27FC236}">
                <a16:creationId xmlns:a16="http://schemas.microsoft.com/office/drawing/2014/main" id="{E71F6A07-CFD6-4753-BD57-83ABC1556895}"/>
              </a:ext>
            </a:extLst>
          </p:cNvPr>
          <p:cNvSpPr txBox="1">
            <a:spLocks/>
          </p:cNvSpPr>
          <p:nvPr/>
        </p:nvSpPr>
        <p:spPr>
          <a:xfrm>
            <a:off x="2521648" y="998435"/>
            <a:ext cx="3963783" cy="376760"/>
          </a:xfrm>
          <a:prstGeom prst="rect">
            <a:avLst/>
          </a:prstGeom>
        </p:spPr>
        <p:txBody>
          <a:bodyPr vert="horz">
            <a:no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r>
              <a:rPr lang="en-US" sz="1600" dirty="0" err="1"/>
              <a:t>Numero</a:t>
            </a:r>
            <a:r>
              <a:rPr lang="en-US" sz="1600" dirty="0"/>
              <a:t> </a:t>
            </a:r>
            <a:r>
              <a:rPr lang="en-US" sz="1600" dirty="0" err="1"/>
              <a:t>elementi</a:t>
            </a:r>
            <a:r>
              <a:rPr lang="en-US" sz="1600" dirty="0"/>
              <a:t> in </a:t>
            </a:r>
            <a:r>
              <a:rPr lang="en-US" sz="1600" i="1" dirty="0"/>
              <a:t>Top</a:t>
            </a:r>
            <a:r>
              <a:rPr lang="en-US" sz="1600" dirty="0"/>
              <a:t>:</a:t>
            </a:r>
            <a:r>
              <a:rPr lang="en-US" sz="1600" i="1" dirty="0"/>
              <a:t> </a:t>
            </a:r>
            <a:r>
              <a:rPr lang="en-US" sz="1600" b="1" dirty="0"/>
              <a:t>Num</a:t>
            </a:r>
          </a:p>
        </p:txBody>
      </p:sp>
    </p:spTree>
    <p:extLst>
      <p:ext uri="{BB962C8B-B14F-4D97-AF65-F5344CB8AC3E}">
        <p14:creationId xmlns:p14="http://schemas.microsoft.com/office/powerpoint/2010/main" val="1885763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4" grpId="0" animBg="1"/>
      <p:bldP spid="19" grpId="0" animBg="1"/>
      <p:bldP spid="22" grpId="0" animBg="1"/>
      <p:bldP spid="28" grpId="0" animBg="1"/>
      <p:bldP spid="36" grpId="0" animBg="1"/>
      <p:bldP spid="37" grpId="0" animBg="1"/>
      <p:bldP spid="38" grpId="0" animBg="1"/>
      <p:bldP spid="41" grpId="0"/>
      <p:bldP spid="42" grpId="0"/>
      <p:bldP spid="47" grpId="0" build="p"/>
      <p:bldP spid="48" grpId="0" build="p"/>
      <p:bldP spid="49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>
            <a:extLst>
              <a:ext uri="{FF2B5EF4-FFF2-40B4-BE49-F238E27FC236}">
                <a16:creationId xmlns:a16="http://schemas.microsoft.com/office/drawing/2014/main" id="{7CEC9B40-5735-4330-915C-2807B5CE06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60" y="1715592"/>
            <a:ext cx="4899048" cy="1713408"/>
          </a:xfrm>
        </p:spPr>
        <p:txBody>
          <a:bodyPr>
            <a:normAutofit/>
          </a:bodyPr>
          <a:lstStyle/>
          <a:p>
            <a:pPr marL="109728" indent="0">
              <a:buNone/>
            </a:pPr>
            <a:r>
              <a:rPr lang="en-US" sz="1800" dirty="0" err="1"/>
              <a:t>Componenti</a:t>
            </a:r>
            <a:r>
              <a:rPr lang="en-US" sz="1800" dirty="0"/>
              <a:t> </a:t>
            </a:r>
            <a:r>
              <a:rPr lang="en-US" sz="1800" dirty="0" err="1"/>
              <a:t>nodo</a:t>
            </a:r>
            <a:r>
              <a:rPr lang="en-US" sz="1800" dirty="0"/>
              <a:t>:</a:t>
            </a:r>
          </a:p>
          <a:p>
            <a:r>
              <a:rPr lang="en-US" sz="1800" dirty="0"/>
              <a:t>First parent</a:t>
            </a:r>
          </a:p>
          <a:p>
            <a:r>
              <a:rPr lang="en-US" sz="1800" dirty="0"/>
              <a:t>Second parent</a:t>
            </a:r>
          </a:p>
          <a:p>
            <a:r>
              <a:rPr lang="en-US" sz="1800" dirty="0"/>
              <a:t>Value</a:t>
            </a:r>
          </a:p>
          <a:p>
            <a:r>
              <a:rPr lang="en-US" sz="1800" dirty="0"/>
              <a:t>Children</a:t>
            </a:r>
          </a:p>
        </p:txBody>
      </p:sp>
      <p:sp>
        <p:nvSpPr>
          <p:cNvPr id="3" name="Titolo 2">
            <a:extLst>
              <a:ext uri="{FF2B5EF4-FFF2-40B4-BE49-F238E27FC236}">
                <a16:creationId xmlns:a16="http://schemas.microsoft.com/office/drawing/2014/main" id="{A5DF1161-DAFB-4725-8177-A638950D4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Sequence Pattern Tree (</a:t>
            </a:r>
            <a:r>
              <a:rPr lang="en-US" dirty="0" err="1"/>
              <a:t>SPTree</a:t>
            </a:r>
            <a:r>
              <a:rPr lang="en-US" dirty="0"/>
              <a:t>)</a:t>
            </a:r>
            <a:endParaRPr lang="it-IT" dirty="0"/>
          </a:p>
        </p:txBody>
      </p:sp>
      <p:sp>
        <p:nvSpPr>
          <p:cNvPr id="6" name="Titolo 2">
            <a:extLst>
              <a:ext uri="{FF2B5EF4-FFF2-40B4-BE49-F238E27FC236}">
                <a16:creationId xmlns:a16="http://schemas.microsoft.com/office/drawing/2014/main" id="{92721421-904A-4764-A727-31DB436DD8EE}"/>
              </a:ext>
            </a:extLst>
          </p:cNvPr>
          <p:cNvSpPr txBox="1">
            <a:spLocks/>
          </p:cNvSpPr>
          <p:nvPr/>
        </p:nvSpPr>
        <p:spPr>
          <a:xfrm>
            <a:off x="431540" y="846138"/>
            <a:ext cx="8280920" cy="678813"/>
          </a:xfrm>
          <a:prstGeom prst="rect">
            <a:avLst/>
          </a:prstGeom>
        </p:spPr>
        <p:txBody>
          <a:bodyPr vert="horz" rtlCol="0" anchor="ctr">
            <a:normAutofit fontScale="97500"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100" b="1" kern="1200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en-US" sz="2400" dirty="0" err="1"/>
              <a:t>Struttura</a:t>
            </a:r>
            <a:r>
              <a:rPr lang="en-US" sz="2400" dirty="0"/>
              <a:t> </a:t>
            </a:r>
            <a:r>
              <a:rPr lang="en-US" sz="2400" dirty="0" err="1"/>
              <a:t>dati</a:t>
            </a:r>
            <a:r>
              <a:rPr lang="en-US" sz="2400" dirty="0"/>
              <a:t> ad </a:t>
            </a:r>
            <a:r>
              <a:rPr lang="en-US" sz="2400" dirty="0" err="1"/>
              <a:t>albero</a:t>
            </a:r>
            <a:r>
              <a:rPr lang="en-US" sz="2400" dirty="0"/>
              <a:t> di </a:t>
            </a:r>
            <a:r>
              <a:rPr lang="en-US" sz="2400" dirty="0" err="1"/>
              <a:t>supporto</a:t>
            </a:r>
            <a:endParaRPr lang="it-IT" sz="2400" dirty="0"/>
          </a:p>
        </p:txBody>
      </p:sp>
      <p:pic>
        <p:nvPicPr>
          <p:cNvPr id="12" name="Immagine 11" descr="Immagine che contiene testo, mappa&#10;&#10;Descrizione generata automaticamente">
            <a:extLst>
              <a:ext uri="{FF2B5EF4-FFF2-40B4-BE49-F238E27FC236}">
                <a16:creationId xmlns:a16="http://schemas.microsoft.com/office/drawing/2014/main" id="{0862D7E9-D305-4305-96FF-4983878477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1720" y="2645014"/>
            <a:ext cx="7272808" cy="4029954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09FF79AD-CCE9-4C05-8039-3842829EB2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353" y="1501563"/>
            <a:ext cx="3995936" cy="1385429"/>
          </a:xfrm>
          <a:prstGeom prst="rect">
            <a:avLst/>
          </a:prstGeom>
        </p:spPr>
      </p:pic>
      <p:sp>
        <p:nvSpPr>
          <p:cNvPr id="15" name="Rettangolo 14">
            <a:extLst>
              <a:ext uri="{FF2B5EF4-FFF2-40B4-BE49-F238E27FC236}">
                <a16:creationId xmlns:a16="http://schemas.microsoft.com/office/drawing/2014/main" id="{45A8F3BE-8B0E-49DD-A605-396EDFE82D38}"/>
              </a:ext>
            </a:extLst>
          </p:cNvPr>
          <p:cNvSpPr/>
          <p:nvPr/>
        </p:nvSpPr>
        <p:spPr>
          <a:xfrm>
            <a:off x="5352838" y="1967765"/>
            <a:ext cx="707120" cy="234435"/>
          </a:xfrm>
          <a:prstGeom prst="rect">
            <a:avLst/>
          </a:prstGeom>
          <a:noFill/>
          <a:ln w="1905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Ovale 15">
            <a:extLst>
              <a:ext uri="{FF2B5EF4-FFF2-40B4-BE49-F238E27FC236}">
                <a16:creationId xmlns:a16="http://schemas.microsoft.com/office/drawing/2014/main" id="{D5438DC7-D426-4E17-9E2A-29FACA1E81D0}"/>
              </a:ext>
            </a:extLst>
          </p:cNvPr>
          <p:cNvSpPr/>
          <p:nvPr/>
        </p:nvSpPr>
        <p:spPr>
          <a:xfrm rot="2850328">
            <a:off x="4139915" y="3610747"/>
            <a:ext cx="587137" cy="1608610"/>
          </a:xfrm>
          <a:prstGeom prst="ellipse">
            <a:avLst/>
          </a:prstGeom>
          <a:noFill/>
          <a:ln w="1905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7B6A4252-98AC-413E-A95B-436231DCD820}"/>
              </a:ext>
            </a:extLst>
          </p:cNvPr>
          <p:cNvCxnSpPr>
            <a:cxnSpLocks/>
          </p:cNvCxnSpPr>
          <p:nvPr/>
        </p:nvCxnSpPr>
        <p:spPr>
          <a:xfrm flipV="1">
            <a:off x="4353138" y="4079039"/>
            <a:ext cx="999700" cy="601880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e 18">
            <a:extLst>
              <a:ext uri="{FF2B5EF4-FFF2-40B4-BE49-F238E27FC236}">
                <a16:creationId xmlns:a16="http://schemas.microsoft.com/office/drawing/2014/main" id="{6B9DF360-23DB-4242-B289-5DBD3ED15B6B}"/>
              </a:ext>
            </a:extLst>
          </p:cNvPr>
          <p:cNvSpPr/>
          <p:nvPr/>
        </p:nvSpPr>
        <p:spPr>
          <a:xfrm>
            <a:off x="4572000" y="4591370"/>
            <a:ext cx="567224" cy="389195"/>
          </a:xfrm>
          <a:prstGeom prst="ellipse">
            <a:avLst/>
          </a:prstGeom>
          <a:noFill/>
          <a:ln w="1905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0" name="Ovale 19">
            <a:extLst>
              <a:ext uri="{FF2B5EF4-FFF2-40B4-BE49-F238E27FC236}">
                <a16:creationId xmlns:a16="http://schemas.microsoft.com/office/drawing/2014/main" id="{E0E379CE-EE64-4521-AA89-1E1D26B0A08A}"/>
              </a:ext>
            </a:extLst>
          </p:cNvPr>
          <p:cNvSpPr/>
          <p:nvPr/>
        </p:nvSpPr>
        <p:spPr>
          <a:xfrm>
            <a:off x="5310460" y="4580639"/>
            <a:ext cx="567224" cy="389195"/>
          </a:xfrm>
          <a:prstGeom prst="ellipse">
            <a:avLst/>
          </a:prstGeom>
          <a:noFill/>
          <a:ln w="1905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1F928A34-488F-4178-9B4E-292D5E8D8198}"/>
              </a:ext>
            </a:extLst>
          </p:cNvPr>
          <p:cNvCxnSpPr>
            <a:cxnSpLocks/>
          </p:cNvCxnSpPr>
          <p:nvPr/>
        </p:nvCxnSpPr>
        <p:spPr>
          <a:xfrm flipH="1">
            <a:off x="4353138" y="4951475"/>
            <a:ext cx="1100480" cy="524581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CE2ABEB1-0A6C-4820-90CE-80CD56952270}"/>
              </a:ext>
            </a:extLst>
          </p:cNvPr>
          <p:cNvCxnSpPr>
            <a:cxnSpLocks/>
          </p:cNvCxnSpPr>
          <p:nvPr/>
        </p:nvCxnSpPr>
        <p:spPr>
          <a:xfrm flipH="1">
            <a:off x="3514129" y="4884319"/>
            <a:ext cx="1097231" cy="557127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ttangolo 26">
            <a:extLst>
              <a:ext uri="{FF2B5EF4-FFF2-40B4-BE49-F238E27FC236}">
                <a16:creationId xmlns:a16="http://schemas.microsoft.com/office/drawing/2014/main" id="{D3489EB2-9730-479E-9D9B-70583B37F4AB}"/>
              </a:ext>
            </a:extLst>
          </p:cNvPr>
          <p:cNvSpPr/>
          <p:nvPr/>
        </p:nvSpPr>
        <p:spPr>
          <a:xfrm>
            <a:off x="5897835" y="2172531"/>
            <a:ext cx="1096323" cy="223328"/>
          </a:xfrm>
          <a:prstGeom prst="rect">
            <a:avLst/>
          </a:prstGeom>
          <a:noFill/>
          <a:ln w="1905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8" name="Rettangolo 27">
            <a:extLst>
              <a:ext uri="{FF2B5EF4-FFF2-40B4-BE49-F238E27FC236}">
                <a16:creationId xmlns:a16="http://schemas.microsoft.com/office/drawing/2014/main" id="{D9B3D4F6-5DED-4EEE-B3C3-D63B623D3760}"/>
              </a:ext>
            </a:extLst>
          </p:cNvPr>
          <p:cNvSpPr/>
          <p:nvPr/>
        </p:nvSpPr>
        <p:spPr>
          <a:xfrm>
            <a:off x="7066379" y="2155077"/>
            <a:ext cx="1096323" cy="223328"/>
          </a:xfrm>
          <a:prstGeom prst="rect">
            <a:avLst/>
          </a:prstGeom>
          <a:noFill/>
          <a:ln w="1905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81F47026-2D78-4E02-A7A7-CFB5F43D3718}"/>
              </a:ext>
            </a:extLst>
          </p:cNvPr>
          <p:cNvCxnSpPr>
            <a:cxnSpLocks/>
          </p:cNvCxnSpPr>
          <p:nvPr/>
        </p:nvCxnSpPr>
        <p:spPr>
          <a:xfrm>
            <a:off x="4585016" y="2149522"/>
            <a:ext cx="373314" cy="0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ttore 2 30">
            <a:extLst>
              <a:ext uri="{FF2B5EF4-FFF2-40B4-BE49-F238E27FC236}">
                <a16:creationId xmlns:a16="http://schemas.microsoft.com/office/drawing/2014/main" id="{91AB8BBB-11E0-4458-97B7-8709D72237F2}"/>
              </a:ext>
            </a:extLst>
          </p:cNvPr>
          <p:cNvCxnSpPr>
            <a:cxnSpLocks/>
          </p:cNvCxnSpPr>
          <p:nvPr/>
        </p:nvCxnSpPr>
        <p:spPr>
          <a:xfrm>
            <a:off x="4585016" y="2395859"/>
            <a:ext cx="373314" cy="0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6DC08778-23D0-4CE1-8C11-71835F4F5B40}"/>
              </a:ext>
            </a:extLst>
          </p:cNvPr>
          <p:cNvSpPr txBox="1"/>
          <p:nvPr/>
        </p:nvSpPr>
        <p:spPr>
          <a:xfrm>
            <a:off x="4519403" y="3429000"/>
            <a:ext cx="6671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00B050"/>
                </a:solidFill>
              </a:rPr>
              <a:t>first </a:t>
            </a:r>
          </a:p>
          <a:p>
            <a:r>
              <a:rPr lang="en-US" sz="1200" b="1" dirty="0">
                <a:solidFill>
                  <a:srgbClr val="00B050"/>
                </a:solidFill>
              </a:rPr>
              <a:t>parent</a:t>
            </a:r>
            <a:endParaRPr lang="it-IT" sz="1200" b="1" dirty="0">
              <a:solidFill>
                <a:srgbClr val="00B050"/>
              </a:solidFill>
            </a:endParaRPr>
          </a:p>
        </p:txBody>
      </p:sp>
      <p:sp>
        <p:nvSpPr>
          <p:cNvPr id="48" name="CasellaDiTesto 47">
            <a:extLst>
              <a:ext uri="{FF2B5EF4-FFF2-40B4-BE49-F238E27FC236}">
                <a16:creationId xmlns:a16="http://schemas.microsoft.com/office/drawing/2014/main" id="{4E259299-5E9C-4244-939D-6E77A791B645}"/>
              </a:ext>
            </a:extLst>
          </p:cNvPr>
          <p:cNvSpPr txBox="1"/>
          <p:nvPr/>
        </p:nvSpPr>
        <p:spPr>
          <a:xfrm>
            <a:off x="5267197" y="3419902"/>
            <a:ext cx="7617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00B050"/>
                </a:solidFill>
              </a:rPr>
              <a:t>second </a:t>
            </a:r>
          </a:p>
          <a:p>
            <a:r>
              <a:rPr lang="en-US" sz="1200" b="1" dirty="0">
                <a:solidFill>
                  <a:srgbClr val="00B050"/>
                </a:solidFill>
              </a:rPr>
              <a:t>parent</a:t>
            </a:r>
            <a:endParaRPr lang="it-IT" sz="12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0735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9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15" grpId="0" animBg="1"/>
      <p:bldP spid="16" grpId="0" animBg="1"/>
      <p:bldP spid="19" grpId="0" animBg="1"/>
      <p:bldP spid="20" grpId="0" animBg="1"/>
      <p:bldP spid="27" grpId="0" animBg="1"/>
      <p:bldP spid="28" grpId="0" animBg="1"/>
      <p:bldP spid="47" grpId="0"/>
      <p:bldP spid="4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testo 2">
                <a:extLst>
                  <a:ext uri="{FF2B5EF4-FFF2-40B4-BE49-F238E27FC236}">
                    <a16:creationId xmlns:a16="http://schemas.microsoft.com/office/drawing/2014/main" id="{C96E74B8-7AD5-4B07-BACE-BB17E4056A47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326642" y="404664"/>
                <a:ext cx="3453270" cy="762000"/>
              </a:xfrm>
            </p:spPr>
            <p:txBody>
              <a:bodyPr>
                <a:normAutofit/>
              </a:bodyPr>
              <a:lstStyle/>
              <a:p>
                <a:pPr algn="ctr"/>
                <a:r>
                  <a:rPr lang="en-US" dirty="0"/>
                  <a:t>CandidatesGen(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dirty="0"/>
                  <a:t>)</a:t>
                </a:r>
              </a:p>
            </p:txBody>
          </p:sp>
        </mc:Choice>
        <mc:Fallback>
          <p:sp>
            <p:nvSpPr>
              <p:cNvPr id="3" name="Segnaposto testo 2">
                <a:extLst>
                  <a:ext uri="{FF2B5EF4-FFF2-40B4-BE49-F238E27FC236}">
                    <a16:creationId xmlns:a16="http://schemas.microsoft.com/office/drawing/2014/main" id="{C96E74B8-7AD5-4B07-BACE-BB17E4056A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26642" y="404664"/>
                <a:ext cx="3453270" cy="76200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Segnaposto testo 3">
                <a:extLst>
                  <a:ext uri="{FF2B5EF4-FFF2-40B4-BE49-F238E27FC236}">
                    <a16:creationId xmlns:a16="http://schemas.microsoft.com/office/drawing/2014/main" id="{AA4D27D6-5DB4-4226-AF88-6C2426807260}"/>
                  </a:ext>
                </a:extLst>
              </p:cNvPr>
              <p:cNvSpPr>
                <a:spLocks noGrp="1"/>
              </p:cNvSpPr>
              <p:nvPr>
                <p:ph type="body" sz="half" idx="3"/>
              </p:nvPr>
            </p:nvSpPr>
            <p:spPr>
              <a:xfrm>
                <a:off x="4067944" y="404664"/>
                <a:ext cx="4637736" cy="762000"/>
              </a:xfrm>
            </p:spPr>
            <p:txBody>
              <a:bodyPr>
                <a:normAutofit/>
              </a:bodyPr>
              <a:lstStyle/>
              <a:p>
                <a:pPr algn="ctr"/>
                <a:r>
                  <a:rPr lang="en-US" dirty="0"/>
                  <a:t>VerifyCandidates(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dirty="0"/>
                  <a:t>)</a:t>
                </a:r>
              </a:p>
            </p:txBody>
          </p:sp>
        </mc:Choice>
        <mc:Fallback>
          <p:sp>
            <p:nvSpPr>
              <p:cNvPr id="4" name="Segnaposto testo 3">
                <a:extLst>
                  <a:ext uri="{FF2B5EF4-FFF2-40B4-BE49-F238E27FC236}">
                    <a16:creationId xmlns:a16="http://schemas.microsoft.com/office/drawing/2014/main" id="{AA4D27D6-5DB4-4226-AF88-6C24268072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3"/>
              </p:nvPr>
            </p:nvSpPr>
            <p:spPr>
              <a:xfrm>
                <a:off x="4067944" y="404664"/>
                <a:ext cx="4637736" cy="762000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Elaborazione alternativa 6">
                <a:extLst>
                  <a:ext uri="{FF2B5EF4-FFF2-40B4-BE49-F238E27FC236}">
                    <a16:creationId xmlns:a16="http://schemas.microsoft.com/office/drawing/2014/main" id="{CDF69CBE-0153-4F88-A543-72A103EFE829}"/>
                  </a:ext>
                </a:extLst>
              </p:cNvPr>
              <p:cNvSpPr/>
              <p:nvPr/>
            </p:nvSpPr>
            <p:spPr>
              <a:xfrm>
                <a:off x="457200" y="1412776"/>
                <a:ext cx="1810544" cy="432048"/>
              </a:xfrm>
              <a:prstGeom prst="flowChartAlternateProcess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 b="0" i="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a:rPr lang="en-US" sz="16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latin typeface="Cambria Math" panose="02040503050406030204" pitchFamily="18" charset="0"/>
                        </a:rPr>
                        <m:t>each</m:t>
                      </m:r>
                      <m:r>
                        <a:rPr lang="en-US" sz="1600" b="0" i="0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acc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sz="1600" dirty="0"/>
              </a:p>
            </p:txBody>
          </p:sp>
        </mc:Choice>
        <mc:Fallback>
          <p:sp>
            <p:nvSpPr>
              <p:cNvPr id="7" name="Elaborazione alternativa 6">
                <a:extLst>
                  <a:ext uri="{FF2B5EF4-FFF2-40B4-BE49-F238E27FC236}">
                    <a16:creationId xmlns:a16="http://schemas.microsoft.com/office/drawing/2014/main" id="{CDF69CBE-0153-4F88-A543-72A103EFE8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12776"/>
                <a:ext cx="1810544" cy="432048"/>
              </a:xfrm>
              <a:prstGeom prst="flowChartAlternateProcess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Elaborazione alternativa 7">
                <a:extLst>
                  <a:ext uri="{FF2B5EF4-FFF2-40B4-BE49-F238E27FC236}">
                    <a16:creationId xmlns:a16="http://schemas.microsoft.com/office/drawing/2014/main" id="{5E4DB5EF-3EB3-4E36-B95D-071AC1B2E0B1}"/>
                  </a:ext>
                </a:extLst>
              </p:cNvPr>
              <p:cNvSpPr/>
              <p:nvPr/>
            </p:nvSpPr>
            <p:spPr>
              <a:xfrm>
                <a:off x="1095957" y="1976213"/>
                <a:ext cx="2304583" cy="550181"/>
              </a:xfrm>
              <a:prstGeom prst="flowChartAlternateProcess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𝐹𝑜𝑟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𝑒𝑎𝑐h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𝑐h𝑖𝑙𝑑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𝑠𝑒𝑐𝑜𝑛𝑑𝑃𝑎𝑟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1600" dirty="0"/>
              </a:p>
            </p:txBody>
          </p:sp>
        </mc:Choice>
        <mc:Fallback>
          <p:sp>
            <p:nvSpPr>
              <p:cNvPr id="8" name="Elaborazione alternativa 7">
                <a:extLst>
                  <a:ext uri="{FF2B5EF4-FFF2-40B4-BE49-F238E27FC236}">
                    <a16:creationId xmlns:a16="http://schemas.microsoft.com/office/drawing/2014/main" id="{5E4DB5EF-3EB3-4E36-B95D-071AC1B2E0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5957" y="1976213"/>
                <a:ext cx="2304583" cy="550181"/>
              </a:xfrm>
              <a:prstGeom prst="flowChartAlternateProcess">
                <a:avLst/>
              </a:prstGeom>
              <a:blipFill>
                <a:blip r:embed="rId5"/>
                <a:stretch>
                  <a:fillRect b="-404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Elaborazione 8">
                <a:extLst>
                  <a:ext uri="{FF2B5EF4-FFF2-40B4-BE49-F238E27FC236}">
                    <a16:creationId xmlns:a16="http://schemas.microsoft.com/office/drawing/2014/main" id="{443A1ACA-9340-48B3-A6CD-F139EAA2998A}"/>
                  </a:ext>
                </a:extLst>
              </p:cNvPr>
              <p:cNvSpPr/>
              <p:nvPr/>
            </p:nvSpPr>
            <p:spPr>
              <a:xfrm>
                <a:off x="1346752" y="2759061"/>
                <a:ext cx="1944216" cy="375810"/>
              </a:xfrm>
              <a:prstGeom prst="flowChartProcess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acc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acc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→</m:t>
                      </m:r>
                      <m:acc>
                        <m:accPr>
                          <m:chr m:val="⃗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acc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−1] </m:t>
                      </m:r>
                    </m:oMath>
                  </m:oMathPara>
                </a14:m>
                <a:endParaRPr lang="it-IT" sz="2000" dirty="0"/>
              </a:p>
            </p:txBody>
          </p:sp>
        </mc:Choice>
        <mc:Fallback>
          <p:sp>
            <p:nvSpPr>
              <p:cNvPr id="9" name="Elaborazione 8">
                <a:extLst>
                  <a:ext uri="{FF2B5EF4-FFF2-40B4-BE49-F238E27FC236}">
                    <a16:creationId xmlns:a16="http://schemas.microsoft.com/office/drawing/2014/main" id="{443A1ACA-9340-48B3-A6CD-F139EAA299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6752" y="2759061"/>
                <a:ext cx="1944216" cy="375810"/>
              </a:xfrm>
              <a:prstGeom prst="flowChartProcess">
                <a:avLst/>
              </a:prstGeom>
              <a:blipFill>
                <a:blip r:embed="rId6"/>
                <a:stretch>
                  <a:fillRect t="-285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Elaborazione 9">
                <a:extLst>
                  <a:ext uri="{FF2B5EF4-FFF2-40B4-BE49-F238E27FC236}">
                    <a16:creationId xmlns:a16="http://schemas.microsoft.com/office/drawing/2014/main" id="{D6B90D47-10B5-4CD1-A844-11D824059869}"/>
                  </a:ext>
                </a:extLst>
              </p:cNvPr>
              <p:cNvSpPr/>
              <p:nvPr/>
            </p:nvSpPr>
            <p:spPr>
              <a:xfrm>
                <a:off x="1346752" y="3332752"/>
                <a:ext cx="1944216" cy="375810"/>
              </a:xfrm>
              <a:prstGeom prst="flowChartProcess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𝑠𝑒𝑡𝐼𝑛𝑠𝑡𝑎𝑛𝑐𝑒𝑠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⃗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acc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10" name="Elaborazione 9">
                <a:extLst>
                  <a:ext uri="{FF2B5EF4-FFF2-40B4-BE49-F238E27FC236}">
                    <a16:creationId xmlns:a16="http://schemas.microsoft.com/office/drawing/2014/main" id="{D6B90D47-10B5-4CD1-A844-11D8240598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6752" y="3332752"/>
                <a:ext cx="1944216" cy="375810"/>
              </a:xfrm>
              <a:prstGeom prst="flowChartProcess">
                <a:avLst/>
              </a:prstGeom>
              <a:blipFill>
                <a:blip r:embed="rId7"/>
                <a:stretch>
                  <a:fillRect t="-428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Elaborazione 10">
                <a:extLst>
                  <a:ext uri="{FF2B5EF4-FFF2-40B4-BE49-F238E27FC236}">
                    <a16:creationId xmlns:a16="http://schemas.microsoft.com/office/drawing/2014/main" id="{DDD2801B-8DC7-436B-AC90-3E079DDC212B}"/>
                  </a:ext>
                </a:extLst>
              </p:cNvPr>
              <p:cNvSpPr/>
              <p:nvPr/>
            </p:nvSpPr>
            <p:spPr>
              <a:xfrm>
                <a:off x="1128086" y="3906443"/>
                <a:ext cx="2448272" cy="907984"/>
              </a:xfrm>
              <a:prstGeom prst="flowChartProcess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𝑓𝑖𝑟𝑠𝑡𝑃𝑎𝑟</m:t>
                      </m:r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it-IT" sz="16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𝑠𝑒𝑐𝑜𝑛𝑑𝑃𝑎𝑟</m:t>
                      </m:r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it-IT" sz="16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𝑐h𝑖𝑙𝑑𝑟𝑒𝑛</m:t>
                      </m:r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⃗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acc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1600" dirty="0"/>
              </a:p>
            </p:txBody>
          </p:sp>
        </mc:Choice>
        <mc:Fallback>
          <p:sp>
            <p:nvSpPr>
              <p:cNvPr id="11" name="Elaborazione 10">
                <a:extLst>
                  <a:ext uri="{FF2B5EF4-FFF2-40B4-BE49-F238E27FC236}">
                    <a16:creationId xmlns:a16="http://schemas.microsoft.com/office/drawing/2014/main" id="{DDD2801B-8DC7-436B-AC90-3E079DDC21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086" y="3906443"/>
                <a:ext cx="2448272" cy="907984"/>
              </a:xfrm>
              <a:prstGeom prst="flowChartProcess">
                <a:avLst/>
              </a:prstGeom>
              <a:blipFill>
                <a:blip r:embed="rId8"/>
                <a:stretch>
                  <a:fillRect t="-63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Elaborazione 11">
                <a:extLst>
                  <a:ext uri="{FF2B5EF4-FFF2-40B4-BE49-F238E27FC236}">
                    <a16:creationId xmlns:a16="http://schemas.microsoft.com/office/drawing/2014/main" id="{9CF1BD13-0B54-4747-8CA3-7FEAB95D4DD2}"/>
                  </a:ext>
                </a:extLst>
              </p:cNvPr>
              <p:cNvSpPr/>
              <p:nvPr/>
            </p:nvSpPr>
            <p:spPr>
              <a:xfrm>
                <a:off x="1384223" y="5085184"/>
                <a:ext cx="1944216" cy="360040"/>
              </a:xfrm>
              <a:prstGeom prst="flowChartProcess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12" name="Elaborazione 11">
                <a:extLst>
                  <a:ext uri="{FF2B5EF4-FFF2-40B4-BE49-F238E27FC236}">
                    <a16:creationId xmlns:a16="http://schemas.microsoft.com/office/drawing/2014/main" id="{9CF1BD13-0B54-4747-8CA3-7FEAB95D4D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4223" y="5085184"/>
                <a:ext cx="1944216" cy="360040"/>
              </a:xfrm>
              <a:prstGeom prst="flowChartProcess">
                <a:avLst/>
              </a:prstGeom>
              <a:blipFill>
                <a:blip r:embed="rId9"/>
                <a:stretch>
                  <a:fillRect t="-17647" b="-294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rminatore 12">
                <a:extLst>
                  <a:ext uri="{FF2B5EF4-FFF2-40B4-BE49-F238E27FC236}">
                    <a16:creationId xmlns:a16="http://schemas.microsoft.com/office/drawing/2014/main" id="{51ECB1DF-53C8-438E-9C24-99CED4557B03}"/>
                  </a:ext>
                </a:extLst>
              </p:cNvPr>
              <p:cNvSpPr/>
              <p:nvPr/>
            </p:nvSpPr>
            <p:spPr>
              <a:xfrm>
                <a:off x="246583" y="5781927"/>
                <a:ext cx="1656184" cy="576064"/>
              </a:xfrm>
              <a:prstGeom prst="flowChartTerminator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𝑅𝑒𝑡𝑢𝑟𝑛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13" name="Terminatore 12">
                <a:extLst>
                  <a:ext uri="{FF2B5EF4-FFF2-40B4-BE49-F238E27FC236}">
                    <a16:creationId xmlns:a16="http://schemas.microsoft.com/office/drawing/2014/main" id="{51ECB1DF-53C8-438E-9C24-99CED4557B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83" y="5781927"/>
                <a:ext cx="1656184" cy="576064"/>
              </a:xfrm>
              <a:prstGeom prst="flowChartTerminator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Elaborazione alternativa 13">
                <a:extLst>
                  <a:ext uri="{FF2B5EF4-FFF2-40B4-BE49-F238E27FC236}">
                    <a16:creationId xmlns:a16="http://schemas.microsoft.com/office/drawing/2014/main" id="{AECD9128-03BA-45AE-AD79-13638AB1410F}"/>
                  </a:ext>
                </a:extLst>
              </p:cNvPr>
              <p:cNvSpPr/>
              <p:nvPr/>
            </p:nvSpPr>
            <p:spPr>
              <a:xfrm>
                <a:off x="4067944" y="1322476"/>
                <a:ext cx="1810544" cy="289733"/>
              </a:xfrm>
              <a:prstGeom prst="flowChartAlternateProcess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𝐹𝑜𝑟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𝑒𝑎𝑐h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acc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14" name="Elaborazione alternativa 13">
                <a:extLst>
                  <a:ext uri="{FF2B5EF4-FFF2-40B4-BE49-F238E27FC236}">
                    <a16:creationId xmlns:a16="http://schemas.microsoft.com/office/drawing/2014/main" id="{AECD9128-03BA-45AE-AD79-13638AB141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944" y="1322476"/>
                <a:ext cx="1810544" cy="289733"/>
              </a:xfrm>
              <a:prstGeom prst="flowChartAlternateProcess">
                <a:avLst/>
              </a:prstGeom>
              <a:blipFill>
                <a:blip r:embed="rId11"/>
                <a:stretch>
                  <a:fillRect t="-1785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Elaborazione 14">
                <a:extLst>
                  <a:ext uri="{FF2B5EF4-FFF2-40B4-BE49-F238E27FC236}">
                    <a16:creationId xmlns:a16="http://schemas.microsoft.com/office/drawing/2014/main" id="{BF0BD3DF-713E-4682-921A-1D9E6885D7B2}"/>
                  </a:ext>
                </a:extLst>
              </p:cNvPr>
              <p:cNvSpPr/>
              <p:nvPr/>
            </p:nvSpPr>
            <p:spPr>
              <a:xfrm>
                <a:off x="4627204" y="1768021"/>
                <a:ext cx="2016224" cy="289733"/>
              </a:xfrm>
              <a:prstGeom prst="flowChartProcess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𝑃𝐼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𝑐𝑎𝑙𝑐𝑢𝑙𝑎𝑡𝑒𝑃𝐼</m:t>
                    </m:r>
                    <m:r>
                      <a:rPr lang="en-US" sz="1600" b="0" i="0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⃗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acc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IT" dirty="0"/>
                  <a:t> </a:t>
                </a:r>
              </a:p>
            </p:txBody>
          </p:sp>
        </mc:Choice>
        <mc:Fallback>
          <p:sp>
            <p:nvSpPr>
              <p:cNvPr id="15" name="Elaborazione 14">
                <a:extLst>
                  <a:ext uri="{FF2B5EF4-FFF2-40B4-BE49-F238E27FC236}">
                    <a16:creationId xmlns:a16="http://schemas.microsoft.com/office/drawing/2014/main" id="{BF0BD3DF-713E-4682-921A-1D9E6885D7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7204" y="1768021"/>
                <a:ext cx="2016224" cy="289733"/>
              </a:xfrm>
              <a:prstGeom prst="flowChartProcess">
                <a:avLst/>
              </a:prstGeom>
              <a:blipFill>
                <a:blip r:embed="rId12"/>
                <a:stretch>
                  <a:fillRect t="-15789" r="-5882" b="-526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Decisione 15">
                <a:extLst>
                  <a:ext uri="{FF2B5EF4-FFF2-40B4-BE49-F238E27FC236}">
                    <a16:creationId xmlns:a16="http://schemas.microsoft.com/office/drawing/2014/main" id="{B6682EB5-1D83-400C-A87A-7D0D00C70A9B}"/>
                  </a:ext>
                </a:extLst>
              </p:cNvPr>
              <p:cNvSpPr/>
              <p:nvPr/>
            </p:nvSpPr>
            <p:spPr>
              <a:xfrm>
                <a:off x="4807224" y="2197277"/>
                <a:ext cx="1656184" cy="420253"/>
              </a:xfrm>
              <a:prstGeom prst="flowChartDecision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𝑃𝐼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16" name="Decisione 15">
                <a:extLst>
                  <a:ext uri="{FF2B5EF4-FFF2-40B4-BE49-F238E27FC236}">
                    <a16:creationId xmlns:a16="http://schemas.microsoft.com/office/drawing/2014/main" id="{B6682EB5-1D83-400C-A87A-7D0D00C70A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7224" y="2197277"/>
                <a:ext cx="1656184" cy="420253"/>
              </a:xfrm>
              <a:prstGeom prst="flowChartDecision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Dati 16">
                <a:extLst>
                  <a:ext uri="{FF2B5EF4-FFF2-40B4-BE49-F238E27FC236}">
                    <a16:creationId xmlns:a16="http://schemas.microsoft.com/office/drawing/2014/main" id="{AC943C1A-76EB-4B27-9AA3-21B81CD8FDB5}"/>
                  </a:ext>
                </a:extLst>
              </p:cNvPr>
              <p:cNvSpPr/>
              <p:nvPr/>
            </p:nvSpPr>
            <p:spPr>
              <a:xfrm>
                <a:off x="6707087" y="2173586"/>
                <a:ext cx="1979712" cy="550181"/>
              </a:xfrm>
              <a:prstGeom prst="flowChartInputOutpu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𝐷𝑒𝑙𝑒𝑡𝑒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acc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𝑓𝑟𝑜𝑚</m:t>
                      </m:r>
                    </m:oMath>
                  </m:oMathPara>
                </a14:m>
                <a:endParaRPr lang="en-US" sz="16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𝑇𝑟𝑒𝑒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17" name="Dati 16">
                <a:extLst>
                  <a:ext uri="{FF2B5EF4-FFF2-40B4-BE49-F238E27FC236}">
                    <a16:creationId xmlns:a16="http://schemas.microsoft.com/office/drawing/2014/main" id="{AC943C1A-76EB-4B27-9AA3-21B81CD8FDB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7087" y="2173586"/>
                <a:ext cx="1979712" cy="550181"/>
              </a:xfrm>
              <a:prstGeom prst="flowChartInputOutput">
                <a:avLst/>
              </a:prstGeom>
              <a:blipFill>
                <a:blip r:embed="rId14"/>
                <a:stretch>
                  <a:fillRect t="-606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Preparazione 17">
                <a:extLst>
                  <a:ext uri="{FF2B5EF4-FFF2-40B4-BE49-F238E27FC236}">
                    <a16:creationId xmlns:a16="http://schemas.microsoft.com/office/drawing/2014/main" id="{5AA274FE-579D-4D79-8363-EA028DAD53AC}"/>
                  </a:ext>
                </a:extLst>
              </p:cNvPr>
              <p:cNvSpPr/>
              <p:nvPr/>
            </p:nvSpPr>
            <p:spPr>
              <a:xfrm>
                <a:off x="4485564" y="2760072"/>
                <a:ext cx="2304256" cy="420254"/>
              </a:xfrm>
              <a:prstGeom prst="flowChartPreparation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𝐴𝑑𝑑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acc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𝑡𝑜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𝑇𝑜𝑝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18" name="Preparazione 17">
                <a:extLst>
                  <a:ext uri="{FF2B5EF4-FFF2-40B4-BE49-F238E27FC236}">
                    <a16:creationId xmlns:a16="http://schemas.microsoft.com/office/drawing/2014/main" id="{5AA274FE-579D-4D79-8363-EA028DAD53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5564" y="2760072"/>
                <a:ext cx="2304256" cy="420254"/>
              </a:xfrm>
              <a:prstGeom prst="flowChartPreparation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Decisione 18">
                <a:extLst>
                  <a:ext uri="{FF2B5EF4-FFF2-40B4-BE49-F238E27FC236}">
                    <a16:creationId xmlns:a16="http://schemas.microsoft.com/office/drawing/2014/main" id="{631B659B-5C75-4923-83EC-2DF46EE016B2}"/>
                  </a:ext>
                </a:extLst>
              </p:cNvPr>
              <p:cNvSpPr/>
              <p:nvPr/>
            </p:nvSpPr>
            <p:spPr>
              <a:xfrm>
                <a:off x="4951240" y="3304754"/>
                <a:ext cx="1368152" cy="704068"/>
              </a:xfrm>
              <a:prstGeom prst="flowChartDecision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𝐼𝑓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𝑇𝑜𝑝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𝑁𝑢𝑚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19" name="Decisione 18">
                <a:extLst>
                  <a:ext uri="{FF2B5EF4-FFF2-40B4-BE49-F238E27FC236}">
                    <a16:creationId xmlns:a16="http://schemas.microsoft.com/office/drawing/2014/main" id="{631B659B-5C75-4923-83EC-2DF46EE016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1240" y="3304754"/>
                <a:ext cx="1368152" cy="704068"/>
              </a:xfrm>
              <a:prstGeom prst="flowChartDecision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Elaborazione 19">
                <a:extLst>
                  <a:ext uri="{FF2B5EF4-FFF2-40B4-BE49-F238E27FC236}">
                    <a16:creationId xmlns:a16="http://schemas.microsoft.com/office/drawing/2014/main" id="{41FAF6BD-A1F3-455C-AC55-FE531ED0A4DA}"/>
                  </a:ext>
                </a:extLst>
              </p:cNvPr>
              <p:cNvSpPr/>
              <p:nvPr/>
            </p:nvSpPr>
            <p:spPr>
              <a:xfrm>
                <a:off x="6645150" y="3432207"/>
                <a:ext cx="1921859" cy="374010"/>
              </a:xfrm>
              <a:prstGeom prst="flowChartProcess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𝑃𝐼</m:t>
                      </m:r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𝑇𝑜𝑝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20" name="Elaborazione 19">
                <a:extLst>
                  <a:ext uri="{FF2B5EF4-FFF2-40B4-BE49-F238E27FC236}">
                    <a16:creationId xmlns:a16="http://schemas.microsoft.com/office/drawing/2014/main" id="{41FAF6BD-A1F3-455C-AC55-FE531ED0A4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150" y="3432207"/>
                <a:ext cx="1921859" cy="374010"/>
              </a:xfrm>
              <a:prstGeom prst="flowChartProcess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Dati 20">
                <a:extLst>
                  <a:ext uri="{FF2B5EF4-FFF2-40B4-BE49-F238E27FC236}">
                    <a16:creationId xmlns:a16="http://schemas.microsoft.com/office/drawing/2014/main" id="{98D7DE8E-0DFB-4590-B922-E43B33B133E0}"/>
                  </a:ext>
                </a:extLst>
              </p:cNvPr>
              <p:cNvSpPr/>
              <p:nvPr/>
            </p:nvSpPr>
            <p:spPr>
              <a:xfrm>
                <a:off x="4450839" y="5374449"/>
                <a:ext cx="2982593" cy="814956"/>
              </a:xfrm>
              <a:prstGeom prst="flowChartInputOutpu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𝐷𝑒𝑙𝑒𝑡𝑒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𝑎𝑙𝑙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acc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𝑓𝑟𝑜𝑚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16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𝑇𝑜𝑝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𝑇𝑟𝑒𝑒</m:t>
                      </m:r>
                    </m:oMath>
                  </m:oMathPara>
                </a14:m>
                <a:endParaRPr lang="en-US" sz="1600" b="0" dirty="0"/>
              </a:p>
              <a:p>
                <a:pPr algn="ctr"/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𝑖𝑓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𝑃𝐼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acc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it-IT" sz="1600" dirty="0"/>
                  <a:t> </a:t>
                </a:r>
              </a:p>
            </p:txBody>
          </p:sp>
        </mc:Choice>
        <mc:Fallback>
          <p:sp>
            <p:nvSpPr>
              <p:cNvPr id="21" name="Dati 20">
                <a:extLst>
                  <a:ext uri="{FF2B5EF4-FFF2-40B4-BE49-F238E27FC236}">
                    <a16:creationId xmlns:a16="http://schemas.microsoft.com/office/drawing/2014/main" id="{98D7DE8E-0DFB-4590-B922-E43B33B133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0839" y="5374449"/>
                <a:ext cx="2982593" cy="814956"/>
              </a:xfrm>
              <a:prstGeom prst="flowChartInputOutput">
                <a:avLst/>
              </a:prstGeom>
              <a:blipFill>
                <a:blip r:embed="rId18"/>
                <a:stretch>
                  <a:fillRect t="-281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Decisione 21">
                <a:extLst>
                  <a:ext uri="{FF2B5EF4-FFF2-40B4-BE49-F238E27FC236}">
                    <a16:creationId xmlns:a16="http://schemas.microsoft.com/office/drawing/2014/main" id="{D0EB7C18-ADC0-4DE7-A485-EF6EFF5AC4BD}"/>
                  </a:ext>
                </a:extLst>
              </p:cNvPr>
              <p:cNvSpPr/>
              <p:nvPr/>
            </p:nvSpPr>
            <p:spPr>
              <a:xfrm>
                <a:off x="4757617" y="4210757"/>
                <a:ext cx="1764196" cy="399014"/>
              </a:xfrm>
              <a:prstGeom prst="flowChartDecision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22" name="Decisione 21">
                <a:extLst>
                  <a:ext uri="{FF2B5EF4-FFF2-40B4-BE49-F238E27FC236}">
                    <a16:creationId xmlns:a16="http://schemas.microsoft.com/office/drawing/2014/main" id="{D0EB7C18-ADC0-4DE7-A485-EF6EFF5AC4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7617" y="4210757"/>
                <a:ext cx="1764196" cy="399014"/>
              </a:xfrm>
              <a:prstGeom prst="flowChartDecision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Elaborazione 22">
                <a:extLst>
                  <a:ext uri="{FF2B5EF4-FFF2-40B4-BE49-F238E27FC236}">
                    <a16:creationId xmlns:a16="http://schemas.microsoft.com/office/drawing/2014/main" id="{80CA1E72-C133-4284-B2F3-EF420015EA26}"/>
                  </a:ext>
                </a:extLst>
              </p:cNvPr>
              <p:cNvSpPr/>
              <p:nvPr/>
            </p:nvSpPr>
            <p:spPr>
              <a:xfrm>
                <a:off x="4687251" y="4814294"/>
                <a:ext cx="1921859" cy="374010"/>
              </a:xfrm>
              <a:prstGeom prst="flowChartProcess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𝑃𝐼</m:t>
                      </m:r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𝑇𝑜𝑝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23" name="Elaborazione 22">
                <a:extLst>
                  <a:ext uri="{FF2B5EF4-FFF2-40B4-BE49-F238E27FC236}">
                    <a16:creationId xmlns:a16="http://schemas.microsoft.com/office/drawing/2014/main" id="{80CA1E72-C133-4284-B2F3-EF420015EA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7251" y="4814294"/>
                <a:ext cx="1921859" cy="374010"/>
              </a:xfrm>
              <a:prstGeom prst="flowChartProcess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rminatore 23">
                <a:extLst>
                  <a:ext uri="{FF2B5EF4-FFF2-40B4-BE49-F238E27FC236}">
                    <a16:creationId xmlns:a16="http://schemas.microsoft.com/office/drawing/2014/main" id="{ABFA0CE0-B79F-41A1-9409-519646CF668A}"/>
                  </a:ext>
                </a:extLst>
              </p:cNvPr>
              <p:cNvSpPr/>
              <p:nvPr/>
            </p:nvSpPr>
            <p:spPr>
              <a:xfrm>
                <a:off x="3883817" y="6326303"/>
                <a:ext cx="1461699" cy="432048"/>
              </a:xfrm>
              <a:prstGeom prst="flowChartTerminator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𝑅𝑒𝑡𝑢𝑟𝑛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24" name="Terminatore 23">
                <a:extLst>
                  <a:ext uri="{FF2B5EF4-FFF2-40B4-BE49-F238E27FC236}">
                    <a16:creationId xmlns:a16="http://schemas.microsoft.com/office/drawing/2014/main" id="{ABFA0CE0-B79F-41A1-9409-519646CF66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3817" y="6326303"/>
                <a:ext cx="1461699" cy="432048"/>
              </a:xfrm>
              <a:prstGeom prst="flowChartTerminator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Connettore a gomito 27">
            <a:extLst>
              <a:ext uri="{FF2B5EF4-FFF2-40B4-BE49-F238E27FC236}">
                <a16:creationId xmlns:a16="http://schemas.microsoft.com/office/drawing/2014/main" id="{3C9800D6-7D9A-457A-87F6-EE38E185D73C}"/>
              </a:ext>
            </a:extLst>
          </p:cNvPr>
          <p:cNvCxnSpPr>
            <a:cxnSpLocks/>
            <a:endCxn id="8" idx="1"/>
          </p:cNvCxnSpPr>
          <p:nvPr/>
        </p:nvCxnSpPr>
        <p:spPr>
          <a:xfrm rot="16200000" flipH="1">
            <a:off x="785713" y="1941060"/>
            <a:ext cx="404464" cy="216024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ttore 2 34">
            <a:extLst>
              <a:ext uri="{FF2B5EF4-FFF2-40B4-BE49-F238E27FC236}">
                <a16:creationId xmlns:a16="http://schemas.microsoft.com/office/drawing/2014/main" id="{BCC0B518-5170-4847-9F71-0EB8C09AE838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>
            <a:off x="2318860" y="3134871"/>
            <a:ext cx="0" cy="19788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ttore 2 36">
            <a:extLst>
              <a:ext uri="{FF2B5EF4-FFF2-40B4-BE49-F238E27FC236}">
                <a16:creationId xmlns:a16="http://schemas.microsoft.com/office/drawing/2014/main" id="{40189F47-E122-4228-B852-25CF89B666DA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2318860" y="3708562"/>
            <a:ext cx="0" cy="17862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ttore 2 40">
            <a:extLst>
              <a:ext uri="{FF2B5EF4-FFF2-40B4-BE49-F238E27FC236}">
                <a16:creationId xmlns:a16="http://schemas.microsoft.com/office/drawing/2014/main" id="{3521A9D3-89CE-4CE5-8F5F-12253DFE8104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2352222" y="4814427"/>
            <a:ext cx="4109" cy="2707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ttore a gomito 43">
            <a:extLst>
              <a:ext uri="{FF2B5EF4-FFF2-40B4-BE49-F238E27FC236}">
                <a16:creationId xmlns:a16="http://schemas.microsoft.com/office/drawing/2014/main" id="{F6B3451D-6A04-4B69-AC2C-9B9D427697E3}"/>
              </a:ext>
            </a:extLst>
          </p:cNvPr>
          <p:cNvCxnSpPr>
            <a:cxnSpLocks/>
            <a:endCxn id="9" idx="1"/>
          </p:cNvCxnSpPr>
          <p:nvPr/>
        </p:nvCxnSpPr>
        <p:spPr>
          <a:xfrm rot="16200000" flipH="1">
            <a:off x="1027135" y="2627349"/>
            <a:ext cx="420570" cy="218664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ttore a gomito 49">
            <a:extLst>
              <a:ext uri="{FF2B5EF4-FFF2-40B4-BE49-F238E27FC236}">
                <a16:creationId xmlns:a16="http://schemas.microsoft.com/office/drawing/2014/main" id="{8D2AD858-5752-434D-B88F-4C2DA693D804}"/>
              </a:ext>
            </a:extLst>
          </p:cNvPr>
          <p:cNvCxnSpPr>
            <a:cxnSpLocks/>
            <a:endCxn id="15" idx="1"/>
          </p:cNvCxnSpPr>
          <p:nvPr/>
        </p:nvCxnSpPr>
        <p:spPr>
          <a:xfrm rot="16200000" flipH="1">
            <a:off x="4383810" y="1669494"/>
            <a:ext cx="287404" cy="199384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ttore 2 53">
            <a:extLst>
              <a:ext uri="{FF2B5EF4-FFF2-40B4-BE49-F238E27FC236}">
                <a16:creationId xmlns:a16="http://schemas.microsoft.com/office/drawing/2014/main" id="{6191C45C-6B87-4CD0-9483-F2A94CBF0E03}"/>
              </a:ext>
            </a:extLst>
          </p:cNvPr>
          <p:cNvCxnSpPr>
            <a:stCxn id="15" idx="2"/>
            <a:endCxn id="16" idx="0"/>
          </p:cNvCxnSpPr>
          <p:nvPr/>
        </p:nvCxnSpPr>
        <p:spPr>
          <a:xfrm>
            <a:off x="5635316" y="2057754"/>
            <a:ext cx="0" cy="13952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ttore 2 55">
            <a:extLst>
              <a:ext uri="{FF2B5EF4-FFF2-40B4-BE49-F238E27FC236}">
                <a16:creationId xmlns:a16="http://schemas.microsoft.com/office/drawing/2014/main" id="{87E13A22-C7C6-40DB-BCCC-1926240C4E4F}"/>
              </a:ext>
            </a:extLst>
          </p:cNvPr>
          <p:cNvCxnSpPr>
            <a:stCxn id="16" idx="3"/>
            <a:endCxn id="17" idx="2"/>
          </p:cNvCxnSpPr>
          <p:nvPr/>
        </p:nvCxnSpPr>
        <p:spPr>
          <a:xfrm>
            <a:off x="6463408" y="2407404"/>
            <a:ext cx="441650" cy="4127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ttore a gomito 60">
            <a:extLst>
              <a:ext uri="{FF2B5EF4-FFF2-40B4-BE49-F238E27FC236}">
                <a16:creationId xmlns:a16="http://schemas.microsoft.com/office/drawing/2014/main" id="{973EFA52-30F2-46EB-8C82-164A0F1AB4F5}"/>
              </a:ext>
            </a:extLst>
          </p:cNvPr>
          <p:cNvCxnSpPr>
            <a:stCxn id="17" idx="1"/>
            <a:endCxn id="14" idx="3"/>
          </p:cNvCxnSpPr>
          <p:nvPr/>
        </p:nvCxnSpPr>
        <p:spPr>
          <a:xfrm rot="16200000" flipV="1">
            <a:off x="6434595" y="911237"/>
            <a:ext cx="706243" cy="1818455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ttore 2 64">
            <a:extLst>
              <a:ext uri="{FF2B5EF4-FFF2-40B4-BE49-F238E27FC236}">
                <a16:creationId xmlns:a16="http://schemas.microsoft.com/office/drawing/2014/main" id="{04C55FC0-8AC8-428D-9E7F-B8D6E7A943F1}"/>
              </a:ext>
            </a:extLst>
          </p:cNvPr>
          <p:cNvCxnSpPr>
            <a:stCxn id="16" idx="2"/>
            <a:endCxn id="18" idx="0"/>
          </p:cNvCxnSpPr>
          <p:nvPr/>
        </p:nvCxnSpPr>
        <p:spPr>
          <a:xfrm>
            <a:off x="5635316" y="2617530"/>
            <a:ext cx="2376" cy="1425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ttore 2 66">
            <a:extLst>
              <a:ext uri="{FF2B5EF4-FFF2-40B4-BE49-F238E27FC236}">
                <a16:creationId xmlns:a16="http://schemas.microsoft.com/office/drawing/2014/main" id="{8EFF6F70-920B-4E68-9928-0E335AAAB2C4}"/>
              </a:ext>
            </a:extLst>
          </p:cNvPr>
          <p:cNvCxnSpPr>
            <a:stCxn id="18" idx="2"/>
            <a:endCxn id="19" idx="0"/>
          </p:cNvCxnSpPr>
          <p:nvPr/>
        </p:nvCxnSpPr>
        <p:spPr>
          <a:xfrm flipH="1">
            <a:off x="5635316" y="3180326"/>
            <a:ext cx="2376" cy="12442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ttore 2 68">
            <a:extLst>
              <a:ext uri="{FF2B5EF4-FFF2-40B4-BE49-F238E27FC236}">
                <a16:creationId xmlns:a16="http://schemas.microsoft.com/office/drawing/2014/main" id="{724EA766-C966-4C04-B10E-C1DE43B3B917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 flipV="1">
            <a:off x="6319392" y="3619212"/>
            <a:ext cx="325758" cy="375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ttore a gomito 71">
            <a:extLst>
              <a:ext uri="{FF2B5EF4-FFF2-40B4-BE49-F238E27FC236}">
                <a16:creationId xmlns:a16="http://schemas.microsoft.com/office/drawing/2014/main" id="{51CA0587-AC67-4FDC-BD83-B8DBA4534DCD}"/>
              </a:ext>
            </a:extLst>
          </p:cNvPr>
          <p:cNvCxnSpPr>
            <a:cxnSpLocks/>
            <a:stCxn id="20" idx="3"/>
          </p:cNvCxnSpPr>
          <p:nvPr/>
        </p:nvCxnSpPr>
        <p:spPr>
          <a:xfrm flipH="1" flipV="1">
            <a:off x="7738317" y="1469538"/>
            <a:ext cx="828692" cy="2149674"/>
          </a:xfrm>
          <a:prstGeom prst="bentConnector4">
            <a:avLst>
              <a:gd name="adj1" fmla="val -27586"/>
              <a:gd name="adj2" fmla="val 100223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ttore 2 81">
            <a:extLst>
              <a:ext uri="{FF2B5EF4-FFF2-40B4-BE49-F238E27FC236}">
                <a16:creationId xmlns:a16="http://schemas.microsoft.com/office/drawing/2014/main" id="{C06A4594-91DE-4432-B787-C19578E5E6D6}"/>
              </a:ext>
            </a:extLst>
          </p:cNvPr>
          <p:cNvCxnSpPr>
            <a:stCxn id="19" idx="2"/>
            <a:endCxn id="22" idx="0"/>
          </p:cNvCxnSpPr>
          <p:nvPr/>
        </p:nvCxnSpPr>
        <p:spPr>
          <a:xfrm>
            <a:off x="5635316" y="4008822"/>
            <a:ext cx="4399" cy="20193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ttore 2 83">
            <a:extLst>
              <a:ext uri="{FF2B5EF4-FFF2-40B4-BE49-F238E27FC236}">
                <a16:creationId xmlns:a16="http://schemas.microsoft.com/office/drawing/2014/main" id="{0799B745-5E75-46DC-B00B-83BE4C5117B8}"/>
              </a:ext>
            </a:extLst>
          </p:cNvPr>
          <p:cNvCxnSpPr>
            <a:stCxn id="22" idx="2"/>
            <a:endCxn id="23" idx="0"/>
          </p:cNvCxnSpPr>
          <p:nvPr/>
        </p:nvCxnSpPr>
        <p:spPr>
          <a:xfrm>
            <a:off x="5639715" y="4609771"/>
            <a:ext cx="8466" cy="20452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ttore a gomito 103">
            <a:extLst>
              <a:ext uri="{FF2B5EF4-FFF2-40B4-BE49-F238E27FC236}">
                <a16:creationId xmlns:a16="http://schemas.microsoft.com/office/drawing/2014/main" id="{0CE2A9D6-BCCC-436D-AC87-03D110E895D4}"/>
              </a:ext>
            </a:extLst>
          </p:cNvPr>
          <p:cNvCxnSpPr>
            <a:cxnSpLocks/>
            <a:stCxn id="22" idx="3"/>
          </p:cNvCxnSpPr>
          <p:nvPr/>
        </p:nvCxnSpPr>
        <p:spPr>
          <a:xfrm flipV="1">
            <a:off x="6521813" y="3635212"/>
            <a:ext cx="2183867" cy="775052"/>
          </a:xfrm>
          <a:prstGeom prst="bentConnector3">
            <a:avLst>
              <a:gd name="adj1" fmla="val 100081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ttore 2 114">
            <a:extLst>
              <a:ext uri="{FF2B5EF4-FFF2-40B4-BE49-F238E27FC236}">
                <a16:creationId xmlns:a16="http://schemas.microsoft.com/office/drawing/2014/main" id="{046A9EF7-3EDD-4A59-AEFC-1848F778D057}"/>
              </a:ext>
            </a:extLst>
          </p:cNvPr>
          <p:cNvCxnSpPr>
            <a:cxnSpLocks/>
          </p:cNvCxnSpPr>
          <p:nvPr/>
        </p:nvCxnSpPr>
        <p:spPr>
          <a:xfrm>
            <a:off x="5676373" y="5212194"/>
            <a:ext cx="6295" cy="14728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onnettore a gomito 120">
            <a:extLst>
              <a:ext uri="{FF2B5EF4-FFF2-40B4-BE49-F238E27FC236}">
                <a16:creationId xmlns:a16="http://schemas.microsoft.com/office/drawing/2014/main" id="{049C0EA1-33EF-491A-8727-C1430C2EA4A1}"/>
              </a:ext>
            </a:extLst>
          </p:cNvPr>
          <p:cNvCxnSpPr>
            <a:cxnSpLocks/>
            <a:stCxn id="21" idx="2"/>
          </p:cNvCxnSpPr>
          <p:nvPr/>
        </p:nvCxnSpPr>
        <p:spPr>
          <a:xfrm rot="10800000">
            <a:off x="4302058" y="1657171"/>
            <a:ext cx="447041" cy="4124757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ttore a gomito 145">
            <a:extLst>
              <a:ext uri="{FF2B5EF4-FFF2-40B4-BE49-F238E27FC236}">
                <a16:creationId xmlns:a16="http://schemas.microsoft.com/office/drawing/2014/main" id="{B616F544-B58A-4D61-8476-423A02612893}"/>
              </a:ext>
            </a:extLst>
          </p:cNvPr>
          <p:cNvCxnSpPr>
            <a:cxnSpLocks/>
            <a:stCxn id="12" idx="1"/>
          </p:cNvCxnSpPr>
          <p:nvPr/>
        </p:nvCxnSpPr>
        <p:spPr>
          <a:xfrm rot="10800000">
            <a:off x="765921" y="1876506"/>
            <a:ext cx="618302" cy="3388699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ttore 2 152">
            <a:extLst>
              <a:ext uri="{FF2B5EF4-FFF2-40B4-BE49-F238E27FC236}">
                <a16:creationId xmlns:a16="http://schemas.microsoft.com/office/drawing/2014/main" id="{C8F920B9-F46B-4A7F-B7C6-2D4CBA7D61C0}"/>
              </a:ext>
            </a:extLst>
          </p:cNvPr>
          <p:cNvCxnSpPr/>
          <p:nvPr/>
        </p:nvCxnSpPr>
        <p:spPr>
          <a:xfrm>
            <a:off x="611560" y="1844824"/>
            <a:ext cx="0" cy="390542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Connettore 2 155">
            <a:extLst>
              <a:ext uri="{FF2B5EF4-FFF2-40B4-BE49-F238E27FC236}">
                <a16:creationId xmlns:a16="http://schemas.microsoft.com/office/drawing/2014/main" id="{CE55F082-7DA7-4E66-B2F2-266E9437D649}"/>
              </a:ext>
            </a:extLst>
          </p:cNvPr>
          <p:cNvCxnSpPr>
            <a:cxnSpLocks/>
          </p:cNvCxnSpPr>
          <p:nvPr/>
        </p:nvCxnSpPr>
        <p:spPr>
          <a:xfrm>
            <a:off x="4129749" y="1625484"/>
            <a:ext cx="4295" cy="47008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CasellaDiTesto 171">
            <a:extLst>
              <a:ext uri="{FF2B5EF4-FFF2-40B4-BE49-F238E27FC236}">
                <a16:creationId xmlns:a16="http://schemas.microsoft.com/office/drawing/2014/main" id="{DB8D3664-E49D-4104-BE52-5F90F928DE57}"/>
              </a:ext>
            </a:extLst>
          </p:cNvPr>
          <p:cNvSpPr txBox="1"/>
          <p:nvPr/>
        </p:nvSpPr>
        <p:spPr>
          <a:xfrm>
            <a:off x="6503005" y="2172208"/>
            <a:ext cx="2808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1"/>
                </a:solidFill>
              </a:rPr>
              <a:t>F</a:t>
            </a:r>
            <a:endParaRPr lang="it-IT" sz="1400" dirty="0">
              <a:solidFill>
                <a:schemeClr val="accent1"/>
              </a:solidFill>
            </a:endParaRPr>
          </a:p>
        </p:txBody>
      </p:sp>
      <p:sp>
        <p:nvSpPr>
          <p:cNvPr id="173" name="CasellaDiTesto 172">
            <a:extLst>
              <a:ext uri="{FF2B5EF4-FFF2-40B4-BE49-F238E27FC236}">
                <a16:creationId xmlns:a16="http://schemas.microsoft.com/office/drawing/2014/main" id="{EE8F963A-0B28-4A81-90C3-1A835E7D56E0}"/>
              </a:ext>
            </a:extLst>
          </p:cNvPr>
          <p:cNvSpPr txBox="1"/>
          <p:nvPr/>
        </p:nvSpPr>
        <p:spPr>
          <a:xfrm>
            <a:off x="5086604" y="2510387"/>
            <a:ext cx="2984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1"/>
                </a:solidFill>
              </a:rPr>
              <a:t>T</a:t>
            </a:r>
            <a:endParaRPr lang="it-IT" sz="1400" dirty="0">
              <a:solidFill>
                <a:schemeClr val="accent1"/>
              </a:solidFill>
            </a:endParaRPr>
          </a:p>
        </p:txBody>
      </p:sp>
      <p:sp>
        <p:nvSpPr>
          <p:cNvPr id="174" name="CasellaDiTesto 173">
            <a:extLst>
              <a:ext uri="{FF2B5EF4-FFF2-40B4-BE49-F238E27FC236}">
                <a16:creationId xmlns:a16="http://schemas.microsoft.com/office/drawing/2014/main" id="{78167273-1E5F-4080-9A98-A813BB5D13A3}"/>
              </a:ext>
            </a:extLst>
          </p:cNvPr>
          <p:cNvSpPr txBox="1"/>
          <p:nvPr/>
        </p:nvSpPr>
        <p:spPr>
          <a:xfrm>
            <a:off x="6293489" y="3387764"/>
            <a:ext cx="2984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1"/>
                </a:solidFill>
              </a:rPr>
              <a:t>T</a:t>
            </a:r>
            <a:endParaRPr lang="it-IT" sz="1400" dirty="0">
              <a:solidFill>
                <a:schemeClr val="accent1"/>
              </a:solidFill>
            </a:endParaRPr>
          </a:p>
        </p:txBody>
      </p:sp>
      <p:sp>
        <p:nvSpPr>
          <p:cNvPr id="175" name="CasellaDiTesto 174">
            <a:extLst>
              <a:ext uri="{FF2B5EF4-FFF2-40B4-BE49-F238E27FC236}">
                <a16:creationId xmlns:a16="http://schemas.microsoft.com/office/drawing/2014/main" id="{070FB722-3ED5-4322-992E-6B4F173041FD}"/>
              </a:ext>
            </a:extLst>
          </p:cNvPr>
          <p:cNvSpPr txBox="1"/>
          <p:nvPr/>
        </p:nvSpPr>
        <p:spPr>
          <a:xfrm>
            <a:off x="5292472" y="3918584"/>
            <a:ext cx="2808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1"/>
                </a:solidFill>
              </a:rPr>
              <a:t>F</a:t>
            </a:r>
            <a:endParaRPr lang="it-IT" sz="1400" dirty="0">
              <a:solidFill>
                <a:schemeClr val="accent1"/>
              </a:solidFill>
            </a:endParaRPr>
          </a:p>
        </p:txBody>
      </p:sp>
      <p:sp>
        <p:nvSpPr>
          <p:cNvPr id="176" name="CasellaDiTesto 175">
            <a:extLst>
              <a:ext uri="{FF2B5EF4-FFF2-40B4-BE49-F238E27FC236}">
                <a16:creationId xmlns:a16="http://schemas.microsoft.com/office/drawing/2014/main" id="{3F6AF443-AF3E-4C2B-A0E6-0F4F901ECD10}"/>
              </a:ext>
            </a:extLst>
          </p:cNvPr>
          <p:cNvSpPr txBox="1"/>
          <p:nvPr/>
        </p:nvSpPr>
        <p:spPr>
          <a:xfrm>
            <a:off x="6503005" y="4121766"/>
            <a:ext cx="2808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1"/>
                </a:solidFill>
              </a:rPr>
              <a:t>F</a:t>
            </a:r>
            <a:endParaRPr lang="it-IT" sz="1400" dirty="0">
              <a:solidFill>
                <a:schemeClr val="accent1"/>
              </a:solidFill>
            </a:endParaRPr>
          </a:p>
        </p:txBody>
      </p:sp>
      <p:sp>
        <p:nvSpPr>
          <p:cNvPr id="177" name="CasellaDiTesto 176">
            <a:extLst>
              <a:ext uri="{FF2B5EF4-FFF2-40B4-BE49-F238E27FC236}">
                <a16:creationId xmlns:a16="http://schemas.microsoft.com/office/drawing/2014/main" id="{15D6B7A1-052D-4CA8-AACD-41530A39D704}"/>
              </a:ext>
            </a:extLst>
          </p:cNvPr>
          <p:cNvSpPr txBox="1"/>
          <p:nvPr/>
        </p:nvSpPr>
        <p:spPr>
          <a:xfrm>
            <a:off x="5231026" y="4535215"/>
            <a:ext cx="2984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1"/>
                </a:solidFill>
              </a:rPr>
              <a:t>T</a:t>
            </a:r>
            <a:endParaRPr lang="it-IT" sz="1400" dirty="0">
              <a:solidFill>
                <a:schemeClr val="accent1"/>
              </a:solidFill>
            </a:endParaRPr>
          </a:p>
        </p:txBody>
      </p:sp>
      <p:sp>
        <p:nvSpPr>
          <p:cNvPr id="179" name="CasellaDiTesto 178">
            <a:extLst>
              <a:ext uri="{FF2B5EF4-FFF2-40B4-BE49-F238E27FC236}">
                <a16:creationId xmlns:a16="http://schemas.microsoft.com/office/drawing/2014/main" id="{08E02151-1CFE-4A86-B4C4-4E99C5E574B2}"/>
              </a:ext>
            </a:extLst>
          </p:cNvPr>
          <p:cNvSpPr txBox="1"/>
          <p:nvPr/>
        </p:nvSpPr>
        <p:spPr>
          <a:xfrm>
            <a:off x="3843822" y="3116986"/>
            <a:ext cx="400110" cy="722314"/>
          </a:xfrm>
          <a:prstGeom prst="rect">
            <a:avLst/>
          </a:prstGeom>
          <a:noFill/>
        </p:spPr>
        <p:txBody>
          <a:bodyPr vert="vert270" wrap="none" rtlCol="0">
            <a:spAutoFit/>
          </a:bodyPr>
          <a:lstStyle/>
          <a:p>
            <a:r>
              <a:rPr lang="en-US" sz="1400" dirty="0">
                <a:solidFill>
                  <a:schemeClr val="accent1"/>
                </a:solidFill>
              </a:rPr>
              <a:t>end for</a:t>
            </a:r>
            <a:endParaRPr lang="it-IT" sz="1400" dirty="0">
              <a:solidFill>
                <a:schemeClr val="accent1"/>
              </a:solidFill>
            </a:endParaRPr>
          </a:p>
        </p:txBody>
      </p:sp>
      <p:sp>
        <p:nvSpPr>
          <p:cNvPr id="180" name="CasellaDiTesto 179">
            <a:extLst>
              <a:ext uri="{FF2B5EF4-FFF2-40B4-BE49-F238E27FC236}">
                <a16:creationId xmlns:a16="http://schemas.microsoft.com/office/drawing/2014/main" id="{06F255D3-61E7-461C-AA16-9952734199E1}"/>
              </a:ext>
            </a:extLst>
          </p:cNvPr>
          <p:cNvSpPr txBox="1"/>
          <p:nvPr/>
        </p:nvSpPr>
        <p:spPr>
          <a:xfrm>
            <a:off x="326642" y="3207801"/>
            <a:ext cx="400110" cy="722314"/>
          </a:xfrm>
          <a:prstGeom prst="rect">
            <a:avLst/>
          </a:prstGeom>
          <a:noFill/>
        </p:spPr>
        <p:txBody>
          <a:bodyPr vert="vert270" wrap="none" rtlCol="0">
            <a:spAutoFit/>
          </a:bodyPr>
          <a:lstStyle/>
          <a:p>
            <a:r>
              <a:rPr lang="en-US" sz="1400" dirty="0">
                <a:solidFill>
                  <a:schemeClr val="accent1"/>
                </a:solidFill>
              </a:rPr>
              <a:t>end for</a:t>
            </a:r>
            <a:endParaRPr lang="it-IT" sz="1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8041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7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5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indefinite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1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4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4" fill="hold">
                      <p:stCondLst>
                        <p:cond delay="indefinite"/>
                      </p:stCondLst>
                      <p:childTnLst>
                        <p:par>
                          <p:cTn id="175" fill="hold">
                            <p:stCondLst>
                              <p:cond delay="0"/>
                            </p:stCondLst>
                            <p:childTnLst>
                              <p:par>
                                <p:cTn id="17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8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3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6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172" grpId="0"/>
      <p:bldP spid="173" grpId="0"/>
      <p:bldP spid="174" grpId="0"/>
      <p:bldP spid="175" grpId="0"/>
      <p:bldP spid="176" grpId="0"/>
      <p:bldP spid="177" grpId="0"/>
      <p:bldP spid="179" grpId="0"/>
      <p:bldP spid="18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>
            <a:extLst>
              <a:ext uri="{FF2B5EF4-FFF2-40B4-BE49-F238E27FC236}">
                <a16:creationId xmlns:a16="http://schemas.microsoft.com/office/drawing/2014/main" id="{F0E0D4CB-14EF-452F-973A-1104E5765A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540" y="4577040"/>
            <a:ext cx="2952328" cy="715993"/>
          </a:xfrm>
        </p:spPr>
        <p:txBody>
          <a:bodyPr>
            <a:normAutofit lnSpcReduction="10000"/>
          </a:bodyPr>
          <a:lstStyle/>
          <a:p>
            <a:r>
              <a:rPr lang="en-US" sz="2000" dirty="0" err="1"/>
              <a:t>SPTree</a:t>
            </a:r>
            <a:r>
              <a:rPr lang="en-US" sz="2000" dirty="0"/>
              <a:t> – </a:t>
            </a:r>
            <a:r>
              <a:rPr lang="en-US" sz="2000" dirty="0" err="1"/>
              <a:t>classe</a:t>
            </a:r>
            <a:r>
              <a:rPr lang="en-US" sz="2000" dirty="0"/>
              <a:t> </a:t>
            </a:r>
          </a:p>
          <a:p>
            <a:r>
              <a:rPr lang="en-US" sz="2000" dirty="0"/>
              <a:t>STBFM</a:t>
            </a:r>
            <a:endParaRPr lang="it-IT" sz="2000" dirty="0"/>
          </a:p>
        </p:txBody>
      </p:sp>
      <p:sp>
        <p:nvSpPr>
          <p:cNvPr id="3" name="Titolo 2">
            <a:extLst>
              <a:ext uri="{FF2B5EF4-FFF2-40B4-BE49-F238E27FC236}">
                <a16:creationId xmlns:a16="http://schemas.microsoft.com/office/drawing/2014/main" id="{A8441C0E-41DA-4BCA-80DC-0363493B2D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520" y="332656"/>
            <a:ext cx="8640960" cy="116755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err="1"/>
              <a:t>Implementazione</a:t>
            </a:r>
            <a:r>
              <a:rPr lang="en-US" dirty="0"/>
              <a:t> e dataset di test</a:t>
            </a:r>
            <a:endParaRPr lang="it-IT" dirty="0"/>
          </a:p>
        </p:txBody>
      </p:sp>
      <p:pic>
        <p:nvPicPr>
          <p:cNvPr id="1026" name="Picture 2" descr="Immagine correlata">
            <a:extLst>
              <a:ext uri="{FF2B5EF4-FFF2-40B4-BE49-F238E27FC236}">
                <a16:creationId xmlns:a16="http://schemas.microsoft.com/office/drawing/2014/main" id="{635FD5AC-8E67-42E2-AB01-73980F1C5A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1509" y="4013611"/>
            <a:ext cx="2802494" cy="15531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itolo 2">
            <a:extLst>
              <a:ext uri="{FF2B5EF4-FFF2-40B4-BE49-F238E27FC236}">
                <a16:creationId xmlns:a16="http://schemas.microsoft.com/office/drawing/2014/main" id="{AF3E41A4-CD9B-49CF-9AB2-600E11214817}"/>
              </a:ext>
            </a:extLst>
          </p:cNvPr>
          <p:cNvSpPr txBox="1">
            <a:spLocks/>
          </p:cNvSpPr>
          <p:nvPr/>
        </p:nvSpPr>
        <p:spPr>
          <a:xfrm>
            <a:off x="-72516" y="3861048"/>
            <a:ext cx="3456384" cy="715992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100" b="1" kern="1200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en-US" sz="2800" dirty="0"/>
              <a:t>File </a:t>
            </a:r>
            <a:r>
              <a:rPr lang="en-US" sz="2800" dirty="0" err="1"/>
              <a:t>Sorgenti</a:t>
            </a:r>
            <a:endParaRPr lang="it-IT" sz="2800" dirty="0"/>
          </a:p>
        </p:txBody>
      </p:sp>
      <p:sp>
        <p:nvSpPr>
          <p:cNvPr id="6" name="Titolo 2">
            <a:extLst>
              <a:ext uri="{FF2B5EF4-FFF2-40B4-BE49-F238E27FC236}">
                <a16:creationId xmlns:a16="http://schemas.microsoft.com/office/drawing/2014/main" id="{86DC07D1-8D02-42A9-A171-8F97C441FEDD}"/>
              </a:ext>
            </a:extLst>
          </p:cNvPr>
          <p:cNvSpPr txBox="1">
            <a:spLocks/>
          </p:cNvSpPr>
          <p:nvPr/>
        </p:nvSpPr>
        <p:spPr>
          <a:xfrm>
            <a:off x="2671144" y="1181903"/>
            <a:ext cx="3456384" cy="715992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100" b="1" kern="1200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en-US" sz="2800" dirty="0"/>
              <a:t>Tipi di </a:t>
            </a:r>
            <a:r>
              <a:rPr lang="en-US" sz="2800" dirty="0" err="1"/>
              <a:t>eventi</a:t>
            </a:r>
            <a:endParaRPr lang="it-IT" sz="2800" dirty="0"/>
          </a:p>
        </p:txBody>
      </p:sp>
      <p:sp>
        <p:nvSpPr>
          <p:cNvPr id="7" name="Segnaposto contenuto 1">
            <a:extLst>
              <a:ext uri="{FF2B5EF4-FFF2-40B4-BE49-F238E27FC236}">
                <a16:creationId xmlns:a16="http://schemas.microsoft.com/office/drawing/2014/main" id="{880A88BA-FBD9-4D7B-9846-A84AF0149777}"/>
              </a:ext>
            </a:extLst>
          </p:cNvPr>
          <p:cNvSpPr txBox="1">
            <a:spLocks/>
          </p:cNvSpPr>
          <p:nvPr/>
        </p:nvSpPr>
        <p:spPr>
          <a:xfrm>
            <a:off x="1105224" y="1869846"/>
            <a:ext cx="3131840" cy="1709488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566928" indent="-457200">
              <a:buFont typeface="+mj-lt"/>
              <a:buAutoNum type="arabicPeriod"/>
            </a:pPr>
            <a:r>
              <a:rPr lang="en-US" sz="1800" dirty="0"/>
              <a:t>Aggravated Assault</a:t>
            </a:r>
          </a:p>
          <a:p>
            <a:pPr marL="566928" indent="-457200">
              <a:buFont typeface="+mj-lt"/>
              <a:buAutoNum type="arabicPeriod"/>
            </a:pPr>
            <a:r>
              <a:rPr lang="it-IT" sz="1800" dirty="0"/>
              <a:t>Auto </a:t>
            </a:r>
            <a:r>
              <a:rPr lang="it-IT" sz="1800" dirty="0" err="1"/>
              <a:t>Theft</a:t>
            </a:r>
            <a:endParaRPr lang="it-IT" sz="1800" dirty="0"/>
          </a:p>
          <a:p>
            <a:pPr marL="566928" indent="-457200">
              <a:buFont typeface="+mj-lt"/>
              <a:buAutoNum type="arabicPeriod"/>
            </a:pPr>
            <a:r>
              <a:rPr lang="it-IT" sz="1800" dirty="0"/>
              <a:t>Commercial </a:t>
            </a:r>
            <a:r>
              <a:rPr lang="it-IT" sz="1800" dirty="0" err="1"/>
              <a:t>Burglary</a:t>
            </a:r>
            <a:endParaRPr lang="it-IT" sz="1800" dirty="0"/>
          </a:p>
          <a:p>
            <a:pPr marL="566928" indent="-457200">
              <a:buFont typeface="+mj-lt"/>
              <a:buAutoNum type="arabicPeriod"/>
            </a:pPr>
            <a:r>
              <a:rPr lang="it-IT" sz="1800" dirty="0" err="1"/>
              <a:t>Homicide</a:t>
            </a:r>
            <a:endParaRPr lang="it-IT" sz="1800" dirty="0"/>
          </a:p>
          <a:p>
            <a:pPr marL="566928" indent="-457200">
              <a:buFont typeface="+mj-lt"/>
              <a:buAutoNum type="arabicPeriod"/>
            </a:pPr>
            <a:r>
              <a:rPr lang="it-IT" sz="1800" dirty="0" err="1"/>
              <a:t>Robbery</a:t>
            </a:r>
            <a:endParaRPr lang="it-IT" sz="1800" dirty="0"/>
          </a:p>
        </p:txBody>
      </p:sp>
      <p:sp>
        <p:nvSpPr>
          <p:cNvPr id="8" name="Segnaposto contenuto 1">
            <a:extLst>
              <a:ext uri="{FF2B5EF4-FFF2-40B4-BE49-F238E27FC236}">
                <a16:creationId xmlns:a16="http://schemas.microsoft.com/office/drawing/2014/main" id="{C1BBB13D-A9CE-4EE5-B94A-6C8BEACD9A41}"/>
              </a:ext>
            </a:extLst>
          </p:cNvPr>
          <p:cNvSpPr txBox="1">
            <a:spLocks/>
          </p:cNvSpPr>
          <p:nvPr/>
        </p:nvSpPr>
        <p:spPr>
          <a:xfrm>
            <a:off x="4499992" y="1942953"/>
            <a:ext cx="3131840" cy="1608377"/>
          </a:xfrm>
          <a:prstGeom prst="rect">
            <a:avLst/>
          </a:prstGeom>
        </p:spPr>
        <p:txBody>
          <a:bodyPr vert="horz">
            <a:normAutofit lnSpcReduction="10000"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566928" indent="-457200">
              <a:buFont typeface="+mj-lt"/>
              <a:buAutoNum type="arabicPeriod" startAt="6"/>
            </a:pPr>
            <a:r>
              <a:rPr lang="it-IT" sz="1800" dirty="0" err="1"/>
              <a:t>Larceny</a:t>
            </a:r>
            <a:endParaRPr lang="it-IT" sz="1800" dirty="0"/>
          </a:p>
          <a:p>
            <a:pPr marL="566928" indent="-457200">
              <a:buFont typeface="+mj-lt"/>
              <a:buAutoNum type="arabicPeriod" startAt="6"/>
            </a:pPr>
            <a:r>
              <a:rPr lang="it-IT" sz="1800" dirty="0" err="1"/>
              <a:t>Residential</a:t>
            </a:r>
            <a:r>
              <a:rPr lang="it-IT" sz="1800" dirty="0"/>
              <a:t> </a:t>
            </a:r>
            <a:r>
              <a:rPr lang="it-IT" sz="1800" dirty="0" err="1"/>
              <a:t>Burglary</a:t>
            </a:r>
            <a:endParaRPr lang="it-IT" sz="1800" dirty="0"/>
          </a:p>
          <a:p>
            <a:pPr marL="566928" indent="-457200">
              <a:buFont typeface="+mj-lt"/>
              <a:buAutoNum type="arabicPeriod" startAt="6"/>
            </a:pPr>
            <a:r>
              <a:rPr lang="it-IT" sz="1800" dirty="0" err="1"/>
              <a:t>Larceny</a:t>
            </a:r>
            <a:r>
              <a:rPr lang="it-IT" sz="1800" dirty="0"/>
              <a:t> from Motor </a:t>
            </a:r>
            <a:r>
              <a:rPr lang="it-IT" sz="1800" dirty="0" err="1"/>
              <a:t>Vehicle</a:t>
            </a:r>
            <a:endParaRPr lang="it-IT" sz="1800" dirty="0"/>
          </a:p>
          <a:p>
            <a:pPr marL="566928" indent="-457200">
              <a:buFont typeface="+mj-lt"/>
              <a:buAutoNum type="arabicPeriod" startAt="6"/>
            </a:pPr>
            <a:r>
              <a:rPr lang="it-IT" sz="1800" dirty="0" err="1"/>
              <a:t>Other</a:t>
            </a:r>
            <a:r>
              <a:rPr lang="it-IT" sz="1800" dirty="0"/>
              <a:t> </a:t>
            </a:r>
            <a:r>
              <a:rPr lang="it-IT" sz="1800" dirty="0" err="1"/>
              <a:t>Burglary</a:t>
            </a:r>
            <a:endParaRPr lang="it-IT" sz="1800" dirty="0"/>
          </a:p>
        </p:txBody>
      </p:sp>
      <p:sp>
        <p:nvSpPr>
          <p:cNvPr id="9" name="Titolo 2">
            <a:extLst>
              <a:ext uri="{FF2B5EF4-FFF2-40B4-BE49-F238E27FC236}">
                <a16:creationId xmlns:a16="http://schemas.microsoft.com/office/drawing/2014/main" id="{A4E3CFB7-5A50-4F7D-9FD7-54FCC83CC6BB}"/>
              </a:ext>
            </a:extLst>
          </p:cNvPr>
          <p:cNvSpPr txBox="1">
            <a:spLocks/>
          </p:cNvSpPr>
          <p:nvPr/>
        </p:nvSpPr>
        <p:spPr>
          <a:xfrm>
            <a:off x="5474822" y="4725144"/>
            <a:ext cx="3456384" cy="715992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100" b="1" kern="1200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en-US" sz="2800" dirty="0"/>
              <a:t>Dataset di test</a:t>
            </a:r>
            <a:endParaRPr lang="it-IT" sz="2800" dirty="0"/>
          </a:p>
        </p:txBody>
      </p:sp>
      <p:sp>
        <p:nvSpPr>
          <p:cNvPr id="11" name="Segnaposto contenuto 1">
            <a:extLst>
              <a:ext uri="{FF2B5EF4-FFF2-40B4-BE49-F238E27FC236}">
                <a16:creationId xmlns:a16="http://schemas.microsoft.com/office/drawing/2014/main" id="{EBE0922F-BA42-4F34-A1D3-36A949FD764E}"/>
              </a:ext>
            </a:extLst>
          </p:cNvPr>
          <p:cNvSpPr txBox="1">
            <a:spLocks/>
          </p:cNvSpPr>
          <p:nvPr/>
        </p:nvSpPr>
        <p:spPr>
          <a:xfrm>
            <a:off x="6159110" y="5362715"/>
            <a:ext cx="2306989" cy="1495285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r>
              <a:rPr lang="en-US" sz="1800" dirty="0"/>
              <a:t>1043 record</a:t>
            </a:r>
          </a:p>
          <a:p>
            <a:r>
              <a:rPr lang="en-US" sz="1800" dirty="0"/>
              <a:t>2235 record</a:t>
            </a:r>
          </a:p>
          <a:p>
            <a:r>
              <a:rPr lang="en-US" sz="1800" dirty="0"/>
              <a:t>3129 record</a:t>
            </a:r>
          </a:p>
          <a:p>
            <a:r>
              <a:rPr lang="en-US" sz="1800" dirty="0"/>
              <a:t>5216 record</a:t>
            </a:r>
          </a:p>
        </p:txBody>
      </p:sp>
      <p:sp>
        <p:nvSpPr>
          <p:cNvPr id="12" name="Titolo 2">
            <a:extLst>
              <a:ext uri="{FF2B5EF4-FFF2-40B4-BE49-F238E27FC236}">
                <a16:creationId xmlns:a16="http://schemas.microsoft.com/office/drawing/2014/main" id="{750842DA-97E1-4B47-97ED-DCFA6255C3DD}"/>
              </a:ext>
            </a:extLst>
          </p:cNvPr>
          <p:cNvSpPr txBox="1">
            <a:spLocks/>
          </p:cNvSpPr>
          <p:nvPr/>
        </p:nvSpPr>
        <p:spPr>
          <a:xfrm>
            <a:off x="5364088" y="3808310"/>
            <a:ext cx="3456384" cy="821467"/>
          </a:xfrm>
          <a:prstGeom prst="rect">
            <a:avLst/>
          </a:prstGeom>
        </p:spPr>
        <p:txBody>
          <a:bodyPr vert="horz" rtlCol="0" anchor="ctr">
            <a:normAutofit fontScale="92500"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100" b="1" kern="1200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en-US" sz="2800" dirty="0"/>
              <a:t>Dataset di </a:t>
            </a:r>
            <a:r>
              <a:rPr lang="en-US" sz="2800" dirty="0" err="1"/>
              <a:t>partenza</a:t>
            </a:r>
            <a:r>
              <a:rPr lang="en-US" sz="2000" dirty="0"/>
              <a:t>: </a:t>
            </a:r>
          </a:p>
          <a:p>
            <a:pPr algn="ctr"/>
            <a:r>
              <a:rPr lang="en-US" sz="2000" dirty="0"/>
              <a:t>15 648 record</a:t>
            </a:r>
            <a:endParaRPr lang="it-IT" sz="2000" dirty="0"/>
          </a:p>
        </p:txBody>
      </p:sp>
    </p:spTree>
    <p:extLst>
      <p:ext uri="{BB962C8B-B14F-4D97-AF65-F5344CB8AC3E}">
        <p14:creationId xmlns:p14="http://schemas.microsoft.com/office/powerpoint/2010/main" val="1676390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5" grpId="0"/>
      <p:bldP spid="6" grpId="0"/>
      <p:bldP spid="7" grpId="0" build="p"/>
      <p:bldP spid="8" grpId="0" build="p"/>
      <p:bldP spid="9" grpId="0"/>
      <p:bldP spid="11" grpId="0"/>
      <p:bldP spid="1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>
            <a:extLst>
              <a:ext uri="{FF2B5EF4-FFF2-40B4-BE49-F238E27FC236}">
                <a16:creationId xmlns:a16="http://schemas.microsoft.com/office/drawing/2014/main" id="{DD9E267D-0544-4E33-A70C-984F1C2F0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Analisi</a:t>
            </a:r>
            <a:r>
              <a:rPr lang="en-US" dirty="0"/>
              <a:t> tempi di </a:t>
            </a:r>
            <a:r>
              <a:rPr lang="en-US" dirty="0" err="1"/>
              <a:t>computazione</a:t>
            </a:r>
            <a:endParaRPr lang="it-IT" dirty="0"/>
          </a:p>
        </p:txBody>
      </p:sp>
      <p:pic>
        <p:nvPicPr>
          <p:cNvPr id="5" name="Immagine 4" descr="Immagine che contiene testo, mappa&#10;&#10;Descrizione generata automaticamente">
            <a:extLst>
              <a:ext uri="{FF2B5EF4-FFF2-40B4-BE49-F238E27FC236}">
                <a16:creationId xmlns:a16="http://schemas.microsoft.com/office/drawing/2014/main" id="{B3B77998-DD10-4D27-9442-B8C5A99338A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516" y="1437904"/>
            <a:ext cx="3403306" cy="2469596"/>
          </a:xfrm>
          <a:prstGeom prst="rect">
            <a:avLst/>
          </a:prstGeom>
        </p:spPr>
      </p:pic>
      <p:pic>
        <p:nvPicPr>
          <p:cNvPr id="7" name="Immagine 6" descr="Immagine che contiene mappa, pioggia, ombrello&#10;&#10;Descrizione generata automaticamente">
            <a:extLst>
              <a:ext uri="{FF2B5EF4-FFF2-40B4-BE49-F238E27FC236}">
                <a16:creationId xmlns:a16="http://schemas.microsoft.com/office/drawing/2014/main" id="{940649B9-E24E-411D-A1D8-72219DCD855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6096" y="4251642"/>
            <a:ext cx="3476469" cy="2606358"/>
          </a:xfrm>
          <a:prstGeom prst="rect">
            <a:avLst/>
          </a:prstGeom>
        </p:spPr>
      </p:pic>
      <p:pic>
        <p:nvPicPr>
          <p:cNvPr id="11" name="Immagine 10" descr="Immagine che contiene ombrello&#10;&#10;Descrizione generata automaticamente">
            <a:extLst>
              <a:ext uri="{FF2B5EF4-FFF2-40B4-BE49-F238E27FC236}">
                <a16:creationId xmlns:a16="http://schemas.microsoft.com/office/drawing/2014/main" id="{2BD1C13D-ADCA-422C-9A86-EFB1A7FA35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6016" y="1417638"/>
            <a:ext cx="3627105" cy="2535990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FA681ED5-0E7E-48BF-B596-EC510353F18A}"/>
              </a:ext>
            </a:extLst>
          </p:cNvPr>
          <p:cNvSpPr txBox="1"/>
          <p:nvPr/>
        </p:nvSpPr>
        <p:spPr>
          <a:xfrm>
            <a:off x="323528" y="1173087"/>
            <a:ext cx="31582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 </a:t>
            </a:r>
            <a:r>
              <a:rPr lang="en-US" sz="1600" dirty="0" err="1"/>
              <a:t>funzione</a:t>
            </a:r>
            <a:r>
              <a:rPr lang="en-US" sz="1600" dirty="0"/>
              <a:t> di T e num record</a:t>
            </a:r>
            <a:endParaRPr lang="it-IT" sz="1600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89BB029-0433-4829-8F39-8DFDB6C05325}"/>
              </a:ext>
            </a:extLst>
          </p:cNvPr>
          <p:cNvSpPr txBox="1"/>
          <p:nvPr/>
        </p:nvSpPr>
        <p:spPr>
          <a:xfrm>
            <a:off x="5974768" y="4021227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 </a:t>
            </a:r>
            <a:r>
              <a:rPr lang="en-US" sz="1600" dirty="0" err="1"/>
              <a:t>funzione</a:t>
            </a:r>
            <a:r>
              <a:rPr lang="en-US" sz="1600" dirty="0"/>
              <a:t> di R e T</a:t>
            </a:r>
            <a:endParaRPr lang="it-IT" sz="1600" dirty="0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763CC89B-32F2-4AED-854E-DF3E65E5937D}"/>
              </a:ext>
            </a:extLst>
          </p:cNvPr>
          <p:cNvSpPr txBox="1"/>
          <p:nvPr/>
        </p:nvSpPr>
        <p:spPr>
          <a:xfrm>
            <a:off x="4950449" y="1180762"/>
            <a:ext cx="31582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 </a:t>
            </a:r>
            <a:r>
              <a:rPr lang="en-US" sz="1600" dirty="0" err="1"/>
              <a:t>funzione</a:t>
            </a:r>
            <a:r>
              <a:rPr lang="en-US" sz="1600" dirty="0"/>
              <a:t> di R e num record</a:t>
            </a:r>
            <a:endParaRPr lang="it-IT" sz="1600" dirty="0"/>
          </a:p>
        </p:txBody>
      </p:sp>
      <p:sp>
        <p:nvSpPr>
          <p:cNvPr id="15" name="Segnaposto contenuto 1">
            <a:extLst>
              <a:ext uri="{FF2B5EF4-FFF2-40B4-BE49-F238E27FC236}">
                <a16:creationId xmlns:a16="http://schemas.microsoft.com/office/drawing/2014/main" id="{4BD2F05A-5082-4DBA-A74E-4B62491C12F4}"/>
              </a:ext>
            </a:extLst>
          </p:cNvPr>
          <p:cNvSpPr txBox="1">
            <a:spLocks/>
          </p:cNvSpPr>
          <p:nvPr/>
        </p:nvSpPr>
        <p:spPr>
          <a:xfrm>
            <a:off x="982484" y="4190504"/>
            <a:ext cx="3131840" cy="1709488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109728" indent="0">
              <a:buNone/>
            </a:pPr>
            <a:r>
              <a:rPr lang="en-US" sz="1800" dirty="0" err="1"/>
              <a:t>Parametri</a:t>
            </a:r>
            <a:r>
              <a:rPr lang="en-US" sz="1800" dirty="0"/>
              <a:t> che </a:t>
            </a:r>
            <a:r>
              <a:rPr lang="en-US" sz="1800" dirty="0" err="1"/>
              <a:t>più</a:t>
            </a:r>
            <a:r>
              <a:rPr lang="en-US" sz="1800" dirty="0"/>
              <a:t> </a:t>
            </a:r>
            <a:r>
              <a:rPr lang="en-US" sz="1800" dirty="0" err="1"/>
              <a:t>influenzano</a:t>
            </a:r>
            <a:r>
              <a:rPr lang="en-US" sz="1800" dirty="0"/>
              <a:t> </a:t>
            </a:r>
            <a:r>
              <a:rPr lang="en-US" sz="1800" dirty="0" err="1"/>
              <a:t>i</a:t>
            </a:r>
            <a:r>
              <a:rPr lang="en-US" sz="1800" dirty="0"/>
              <a:t> tempi sono:</a:t>
            </a:r>
          </a:p>
          <a:p>
            <a:r>
              <a:rPr lang="en-US" sz="1800" dirty="0" err="1"/>
              <a:t>numero</a:t>
            </a:r>
            <a:r>
              <a:rPr lang="en-US" sz="1800" dirty="0"/>
              <a:t> record</a:t>
            </a:r>
          </a:p>
          <a:p>
            <a:r>
              <a:rPr lang="en-US" sz="1800" dirty="0"/>
              <a:t>R</a:t>
            </a:r>
            <a:endParaRPr lang="it-IT" sz="1800" dirty="0"/>
          </a:p>
        </p:txBody>
      </p:sp>
    </p:spTree>
    <p:extLst>
      <p:ext uri="{BB962C8B-B14F-4D97-AF65-F5344CB8AC3E}">
        <p14:creationId xmlns:p14="http://schemas.microsoft.com/office/powerpoint/2010/main" val="799983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>
            <a:extLst>
              <a:ext uri="{FF2B5EF4-FFF2-40B4-BE49-F238E27FC236}">
                <a16:creationId xmlns:a16="http://schemas.microsoft.com/office/drawing/2014/main" id="{C0767E69-B884-49AC-B713-33B8D09CB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Titolo 2">
            <a:extLst>
              <a:ext uri="{FF2B5EF4-FFF2-40B4-BE49-F238E27FC236}">
                <a16:creationId xmlns:a16="http://schemas.microsoft.com/office/drawing/2014/main" id="{28FCDC69-D672-4647-9F26-CD9D3EAE1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4692073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Viale">
  <a:themeElements>
    <a:clrScheme name="Viale">
      <a:dk1>
        <a:sysClr val="windowText" lastClr="000000"/>
      </a:dk1>
      <a:lt1>
        <a:sysClr val="window" lastClr="FFFFFF"/>
      </a:lt1>
      <a:dk2>
        <a:srgbClr val="464646"/>
      </a:dk2>
      <a:lt2>
        <a:srgbClr val="DEF5FA"/>
      </a:lt2>
      <a:accent1>
        <a:srgbClr val="2DA2BF"/>
      </a:accent1>
      <a:accent2>
        <a:srgbClr val="DA1F28"/>
      </a:accent2>
      <a:accent3>
        <a:srgbClr val="EB641B"/>
      </a:accent3>
      <a:accent4>
        <a:srgbClr val="39639D"/>
      </a:accent4>
      <a:accent5>
        <a:srgbClr val="474B78"/>
      </a:accent5>
      <a:accent6>
        <a:srgbClr val="7D3C4A"/>
      </a:accent6>
      <a:hlink>
        <a:srgbClr val="FF8119"/>
      </a:hlink>
      <a:folHlink>
        <a:srgbClr val="44B9E8"/>
      </a:folHlink>
    </a:clrScheme>
    <a:fontScheme name="Viale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inorFont>
    </a:fontScheme>
    <a:fmtScheme name="Vial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436D46CB-964F-4BC7-AE9A-8AF03533C7D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Modello Gabbiano</Template>
  <TotalTime>388</TotalTime>
  <Words>574</Words>
  <Application>Microsoft Office PowerPoint</Application>
  <PresentationFormat>Presentazione su schermo (4:3)</PresentationFormat>
  <Paragraphs>130</Paragraphs>
  <Slides>10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7" baseType="lpstr">
      <vt:lpstr>Arial</vt:lpstr>
      <vt:lpstr>Cambria Math</vt:lpstr>
      <vt:lpstr>Lucida Sans Unicode</vt:lpstr>
      <vt:lpstr>Verdana</vt:lpstr>
      <vt:lpstr>Wingdings 2</vt:lpstr>
      <vt:lpstr>Wingdings 3</vt:lpstr>
      <vt:lpstr>Viale</vt:lpstr>
      <vt:lpstr>Identificazione di eventi spazio-temporali associati: studio e implementazione su dataset di crimini</vt:lpstr>
      <vt:lpstr>Paper e Dataset utilizzato</vt:lpstr>
      <vt:lpstr>Stato dell’Arte</vt:lpstr>
      <vt:lpstr>Stato dell’Arte</vt:lpstr>
      <vt:lpstr>Algoritmo STBFM</vt:lpstr>
      <vt:lpstr>Sequence Pattern Tree (SPTree)</vt:lpstr>
      <vt:lpstr>Presentazione standard di PowerPoint</vt:lpstr>
      <vt:lpstr>Implementazione e dataset di test</vt:lpstr>
      <vt:lpstr>Analisi tempi di computazione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RISCHIO DI CREDITO</dc:title>
  <dc:creator>Fede Luzzi</dc:creator>
  <cp:keywords/>
  <cp:lastModifiedBy>Fede Luzzi</cp:lastModifiedBy>
  <cp:revision>41</cp:revision>
  <dcterms:created xsi:type="dcterms:W3CDTF">2019-10-08T07:28:59Z</dcterms:created>
  <dcterms:modified xsi:type="dcterms:W3CDTF">2019-10-10T10:06:02Z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TemplateID">
    <vt:lpwstr>TC020188469991</vt:lpwstr>
  </property>
</Properties>
</file>