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2"/>
  </p:sldMasterIdLst>
  <p:sldIdLst>
    <p:sldId id="256" r:id="rId3"/>
    <p:sldId id="258" r:id="rId4"/>
    <p:sldId id="257" r:id="rId5"/>
    <p:sldId id="259" r:id="rId6"/>
    <p:sldId id="260" r:id="rId7"/>
    <p:sldId id="261" r:id="rId8"/>
    <p:sldId id="262" r:id="rId9"/>
  </p:sldIdLst>
  <p:sldSz cx="9144000" cy="6858000" type="screen4x3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>
      <p:cViewPr varScale="1">
        <p:scale>
          <a:sx n="85" d="100"/>
          <a:sy n="85" d="100"/>
        </p:scale>
        <p:origin x="845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tableStyles" Target="tableStyle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4.xml"/><Relationship Id="rId11" Type="http://schemas.openxmlformats.org/officeDocument/2006/relationships/viewProps" Target="viewProps.xml"/><Relationship Id="rId5" Type="http://schemas.openxmlformats.org/officeDocument/2006/relationships/slide" Target="slides/slide3.xml"/><Relationship Id="rId10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riangolo rettangolo 9"/>
          <p:cNvSpPr/>
          <p:nvPr/>
        </p:nvSpPr>
        <p:spPr>
          <a:xfrm>
            <a:off x="-2" y="4664147"/>
            <a:ext cx="9151089" cy="0"/>
          </a:xfrm>
          <a:prstGeom prst="rtTriangle">
            <a:avLst/>
          </a:prstGeom>
          <a:gradFill flip="none" rotWithShape="1">
            <a:gsLst>
              <a:gs pos="0">
                <a:schemeClr val="accent1">
                  <a:shade val="35000"/>
                  <a:satMod val="170000"/>
                  <a:alpha val="100000"/>
                </a:schemeClr>
              </a:gs>
              <a:gs pos="55000">
                <a:schemeClr val="accent1">
                  <a:tint val="90000"/>
                  <a:satMod val="150000"/>
                  <a:alpha val="100000"/>
                </a:schemeClr>
              </a:gs>
              <a:gs pos="100000">
                <a:schemeClr val="accent1">
                  <a:shade val="35000"/>
                  <a:satMod val="170000"/>
                  <a:alpha val="100000"/>
                </a:schemeClr>
              </a:gs>
            </a:gsLst>
            <a:lin ang="3000000" scaled="1"/>
            <a:tileRect/>
          </a:gradFill>
          <a:ln w="127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9" name="Titolo 8"/>
          <p:cNvSpPr>
            <a:spLocks noGrp="1"/>
          </p:cNvSpPr>
          <p:nvPr>
            <p:ph type="ctrTitle"/>
          </p:nvPr>
        </p:nvSpPr>
        <p:spPr>
          <a:xfrm>
            <a:off x="685800" y="1752601"/>
            <a:ext cx="7772400" cy="1829761"/>
          </a:xfrm>
        </p:spPr>
        <p:txBody>
          <a:bodyPr vert="horz" anchor="b">
            <a:normAutofit/>
            <a:scene3d>
              <a:camera prst="orthographicFront"/>
              <a:lightRig rig="soft" dir="t"/>
            </a:scene3d>
            <a:sp3d prstMaterial="softEdge">
              <a:bevelT w="25400" h="25400"/>
            </a:sp3d>
          </a:bodyPr>
          <a:lstStyle>
            <a:lvl1pPr algn="r">
              <a:defRPr sz="4800" b="1">
                <a:solidFill>
                  <a:schemeClr val="tx2"/>
                </a:solidFill>
                <a:effectLst>
                  <a:outerShdw blurRad="31750" dist="25400" dir="54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extLst/>
          </a:lstStyle>
          <a:p>
            <a:r>
              <a:rPr kumimoji="0" lang="it-IT"/>
              <a:t>Fare clic per modificare lo stile del titolo dello schema</a:t>
            </a:r>
            <a:endParaRPr kumimoji="0" lang="en-US"/>
          </a:p>
        </p:txBody>
      </p:sp>
      <p:sp>
        <p:nvSpPr>
          <p:cNvPr id="17" name="Sottotitolo 16"/>
          <p:cNvSpPr>
            <a:spLocks noGrp="1"/>
          </p:cNvSpPr>
          <p:nvPr>
            <p:ph type="subTitle" idx="1"/>
          </p:nvPr>
        </p:nvSpPr>
        <p:spPr>
          <a:xfrm>
            <a:off x="685800" y="3611607"/>
            <a:ext cx="7772400" cy="1199704"/>
          </a:xfrm>
        </p:spPr>
        <p:txBody>
          <a:bodyPr lIns="45720" rIns="45720"/>
          <a:lstStyle>
            <a:lvl1pPr marL="0" marR="64008" indent="0" algn="r">
              <a:buNone/>
              <a:defRPr>
                <a:solidFill>
                  <a:schemeClr val="tx2"/>
                </a:solidFill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  <a:extLst/>
          </a:lstStyle>
          <a:p>
            <a:r>
              <a:rPr kumimoji="0" lang="it-IT"/>
              <a:t>Fare clic per modificare lo stile del sottotitolo dello schema</a:t>
            </a:r>
            <a:endParaRPr kumimoji="0" lang="en-US"/>
          </a:p>
        </p:txBody>
      </p:sp>
      <p:grpSp>
        <p:nvGrpSpPr>
          <p:cNvPr id="2" name="Gruppo 1"/>
          <p:cNvGrpSpPr/>
          <p:nvPr/>
        </p:nvGrpSpPr>
        <p:grpSpPr>
          <a:xfrm>
            <a:off x="-3765" y="4953000"/>
            <a:ext cx="9147765" cy="1912088"/>
            <a:chOff x="-3765" y="4832896"/>
            <a:chExt cx="9147765" cy="2032192"/>
          </a:xfrm>
        </p:grpSpPr>
        <p:sp>
          <p:nvSpPr>
            <p:cNvPr id="7" name="Figura a mano libera 6"/>
            <p:cNvSpPr>
              <a:spLocks/>
            </p:cNvSpPr>
            <p:nvPr/>
          </p:nvSpPr>
          <p:spPr bwMode="auto">
            <a:xfrm>
              <a:off x="1687513" y="4832896"/>
              <a:ext cx="7456487" cy="518816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4697" y="0"/>
                </a:cxn>
                <a:cxn ang="0">
                  <a:pos x="4697" y="367"/>
                </a:cxn>
                <a:cxn ang="0">
                  <a:pos x="0" y="218"/>
                </a:cxn>
                <a:cxn ang="0">
                  <a:pos x="4697" y="0"/>
                </a:cxn>
              </a:cxnLst>
              <a:rect l="0" t="0" r="0" b="0"/>
              <a:pathLst>
                <a:path w="4697" h="367">
                  <a:moveTo>
                    <a:pt x="4697" y="0"/>
                  </a:moveTo>
                  <a:lnTo>
                    <a:pt x="4697" y="367"/>
                  </a:lnTo>
                  <a:lnTo>
                    <a:pt x="0" y="218"/>
                  </a:lnTo>
                  <a:lnTo>
                    <a:pt x="4697" y="0"/>
                  </a:lnTo>
                  <a:close/>
                </a:path>
              </a:pathLst>
            </a:custGeom>
            <a:solidFill>
              <a:schemeClr val="accent1">
                <a:tint val="65000"/>
                <a:satMod val="115000"/>
                <a:alpha val="40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anchor="t" compatLnSpc="1"/>
            <a:lstStyle/>
            <a:p>
              <a:endParaRPr kumimoji="0" lang="en-US"/>
            </a:p>
          </p:txBody>
        </p:sp>
        <p:sp>
          <p:nvSpPr>
            <p:cNvPr id="8" name="Figura a mano libera 7"/>
            <p:cNvSpPr>
              <a:spLocks/>
            </p:cNvSpPr>
            <p:nvPr/>
          </p:nvSpPr>
          <p:spPr bwMode="auto">
            <a:xfrm>
              <a:off x="35443" y="5135526"/>
              <a:ext cx="9108557" cy="838200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0" y="0"/>
                </a:cxn>
                <a:cxn ang="0">
                  <a:pos x="5760" y="0"/>
                </a:cxn>
                <a:cxn ang="0">
                  <a:pos x="5760" y="528"/>
                </a:cxn>
                <a:cxn ang="0">
                  <a:pos x="48" y="0"/>
                </a:cxn>
              </a:cxnLst>
              <a:rect l="0" t="0" r="0" b="0"/>
              <a:pathLst>
                <a:path w="5760" h="528">
                  <a:moveTo>
                    <a:pt x="0" y="0"/>
                  </a:moveTo>
                  <a:lnTo>
                    <a:pt x="5760" y="0"/>
                  </a:lnTo>
                  <a:lnTo>
                    <a:pt x="5760" y="528"/>
                  </a:lnTo>
                  <a:lnTo>
                    <a:pt x="48" y="0"/>
                  </a:lnTo>
                </a:path>
              </a:pathLst>
            </a:custGeom>
            <a:solidFill>
              <a:srgbClr val="000000">
                <a:alpha val="100000"/>
              </a:srgb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anchor="t" compatLnSpc="1"/>
            <a:lstStyle/>
            <a:p>
              <a:endParaRPr kumimoji="0" lang="en-US"/>
            </a:p>
          </p:txBody>
        </p:sp>
        <p:sp>
          <p:nvSpPr>
            <p:cNvPr id="11" name="Figura a mano libera 10"/>
            <p:cNvSpPr>
              <a:spLocks/>
            </p:cNvSpPr>
            <p:nvPr/>
          </p:nvSpPr>
          <p:spPr bwMode="auto">
            <a:xfrm>
              <a:off x="0" y="4883888"/>
              <a:ext cx="9144000" cy="1981200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0" y="0"/>
                </a:cxn>
                <a:cxn ang="0">
                  <a:pos x="0" y="1248"/>
                </a:cxn>
                <a:cxn ang="0">
                  <a:pos x="5760" y="1248"/>
                </a:cxn>
                <a:cxn ang="0">
                  <a:pos x="5760" y="528"/>
                </a:cxn>
                <a:cxn ang="0">
                  <a:pos x="0" y="0"/>
                </a:cxn>
              </a:cxnLst>
              <a:rect l="0" t="0" r="0" b="0"/>
              <a:pathLst>
                <a:path w="5760" h="1248">
                  <a:moveTo>
                    <a:pt x="0" y="0"/>
                  </a:moveTo>
                  <a:lnTo>
                    <a:pt x="0" y="1248"/>
                  </a:lnTo>
                  <a:lnTo>
                    <a:pt x="5760" y="1248"/>
                  </a:lnTo>
                  <a:lnTo>
                    <a:pt x="5760" y="5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 cstate="print">
                <a:alphaModFix amt="50000"/>
              </a:blip>
              <a:tile tx="0" ty="0" sx="50000" sy="50000" flip="none" algn="t"/>
            </a:blipFill>
            <a:ln w="12700" cap="rnd" cmpd="thickThin" algn="ctr">
              <a:noFill/>
              <a:prstDash val="solid"/>
            </a:ln>
            <a:effectLst>
              <a:fillOverlay blend="mult">
                <a:gradFill flip="none" rotWithShape="1">
                  <a:gsLst>
                    <a:gs pos="0">
                      <a:schemeClr val="accent1">
                        <a:shade val="20000"/>
                        <a:satMod val="176000"/>
                        <a:alpha val="100000"/>
                      </a:schemeClr>
                    </a:gs>
                    <a:gs pos="18000">
                      <a:schemeClr val="accent1">
                        <a:shade val="48000"/>
                        <a:satMod val="153000"/>
                        <a:alpha val="100000"/>
                      </a:schemeClr>
                    </a:gs>
                    <a:gs pos="43000">
                      <a:schemeClr val="accent1">
                        <a:tint val="86000"/>
                        <a:satMod val="149000"/>
                        <a:alpha val="100000"/>
                      </a:schemeClr>
                    </a:gs>
                    <a:gs pos="45000">
                      <a:schemeClr val="accent1">
                        <a:tint val="85000"/>
                        <a:satMod val="150000"/>
                        <a:alpha val="100000"/>
                      </a:schemeClr>
                    </a:gs>
                    <a:gs pos="50000">
                      <a:schemeClr val="accent1">
                        <a:tint val="86000"/>
                        <a:satMod val="149000"/>
                        <a:alpha val="100000"/>
                      </a:schemeClr>
                    </a:gs>
                    <a:gs pos="79000">
                      <a:schemeClr val="accent1">
                        <a:shade val="53000"/>
                        <a:satMod val="150000"/>
                        <a:alpha val="100000"/>
                      </a:schemeClr>
                    </a:gs>
                    <a:gs pos="100000">
                      <a:schemeClr val="accent1">
                        <a:shade val="25000"/>
                        <a:satMod val="170000"/>
                        <a:alpha val="100000"/>
                      </a:schemeClr>
                    </a:gs>
                  </a:gsLst>
                  <a:lin ang="450000" scaled="1"/>
                  <a:tileRect/>
                </a:gradFill>
              </a:fillOverlay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anchor="ctr" compatLnSpc="1"/>
            <a:lstStyle/>
            <a:p>
              <a:pPr algn="ctr" eaLnBrk="1" latinLnBrk="0" hangingPunct="1"/>
              <a:endParaRPr kumimoji="0" lang="en-US"/>
            </a:p>
          </p:txBody>
        </p:sp>
        <p:cxnSp>
          <p:nvCxnSpPr>
            <p:cNvPr id="12" name="Connettore 1 11"/>
            <p:cNvCxnSpPr/>
            <p:nvPr/>
          </p:nvCxnSpPr>
          <p:spPr>
            <a:xfrm>
              <a:off x="-3765" y="4880373"/>
              <a:ext cx="9147765" cy="839943"/>
            </a:xfrm>
            <a:prstGeom prst="line">
              <a:avLst/>
            </a:prstGeom>
            <a:noFill/>
            <a:ln w="12065" cap="flat" cmpd="sng" algn="ctr">
              <a:gradFill>
                <a:gsLst>
                  <a:gs pos="45000">
                    <a:schemeClr val="accent1">
                      <a:tint val="70000"/>
                      <a:satMod val="110000"/>
                    </a:schemeClr>
                  </a:gs>
                  <a:gs pos="15000">
                    <a:schemeClr val="accent1">
                      <a:shade val="40000"/>
                      <a:satMod val="110000"/>
                    </a:schemeClr>
                  </a:gs>
                </a:gsLst>
                <a:lin ang="5400000" scaled="1"/>
              </a:gradFill>
              <a:prstDash val="solid"/>
              <a:miter lim="800000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0" name="Segnaposto data 29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  <a:extLst/>
          </a:lstStyle>
          <a:p>
            <a:fld id="{ED7D3210-A7A2-4A8A-A724-706A26CF2866}" type="datetimeFigureOut">
              <a:rPr lang="it-IT" smtClean="0"/>
              <a:t>09/10/2019</a:t>
            </a:fld>
            <a:endParaRPr lang="it-IT"/>
          </a:p>
        </p:txBody>
      </p:sp>
      <p:sp>
        <p:nvSpPr>
          <p:cNvPr id="19" name="Segnaposto piè di pagina 18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tint val="20000"/>
                  </a:schemeClr>
                </a:solidFill>
              </a:defRPr>
            </a:lvl1pPr>
            <a:extLst/>
          </a:lstStyle>
          <a:p>
            <a:endParaRPr lang="it-IT"/>
          </a:p>
        </p:txBody>
      </p:sp>
      <p:sp>
        <p:nvSpPr>
          <p:cNvPr id="27" name="Segnaposto numero diapositiva 2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  <a:extLst/>
          </a:lstStyle>
          <a:p>
            <a:fld id="{BF474CF6-3F21-4FB6-827D-DBCD05C90274}" type="slidenum">
              <a:rPr lang="it-IT" smtClean="0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egnaposto contenut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eaLnBrk="1" latinLnBrk="0" hangingPunct="1"/>
            <a:r>
              <a:rPr lang="it-IT"/>
              <a:t>Fare clic per modificare gli stili del testo dello schema</a:t>
            </a:r>
          </a:p>
          <a:p>
            <a:pPr lvl="1" eaLnBrk="1" latinLnBrk="0" hangingPunct="1"/>
            <a:r>
              <a:rPr lang="it-IT"/>
              <a:t>Secondo livello</a:t>
            </a:r>
          </a:p>
          <a:p>
            <a:pPr lvl="2" eaLnBrk="1" latinLnBrk="0" hangingPunct="1"/>
            <a:r>
              <a:rPr lang="it-IT"/>
              <a:t>Terzo livello</a:t>
            </a:r>
          </a:p>
          <a:p>
            <a:pPr lvl="3" eaLnBrk="1" latinLnBrk="0" hangingPunct="1"/>
            <a:r>
              <a:rPr lang="it-IT"/>
              <a:t>Quarto livello</a:t>
            </a:r>
          </a:p>
          <a:p>
            <a:pPr lvl="4" eaLnBrk="1" latinLnBrk="0" hangingPunct="1"/>
            <a:r>
              <a:rPr lang="it-IT"/>
              <a:t>Quinto livello</a:t>
            </a:r>
            <a:endParaRPr kumimoji="0" lang="en-US"/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7D3210-A7A2-4A8A-A724-706A26CF2866}" type="datetimeFigureOut">
              <a:rPr lang="it-IT" smtClean="0"/>
              <a:t>09/10/2019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474CF6-3F21-4FB6-827D-DBCD05C90274}" type="slidenum">
              <a:rPr lang="it-IT" smtClean="0"/>
              <a:t>‹N›</a:t>
            </a:fld>
            <a:endParaRPr lang="it-IT"/>
          </a:p>
        </p:txBody>
      </p:sp>
      <p:sp>
        <p:nvSpPr>
          <p:cNvPr id="7" name="Titolo 6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r>
              <a:rPr kumimoji="0" lang="it-IT"/>
              <a:t>Fare clic per modificare lo stile del titolo dello schema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722376" y="1059712"/>
            <a:ext cx="7772400" cy="1828800"/>
          </a:xfrm>
        </p:spPr>
        <p:txBody>
          <a:bodyPr vert="horz" anchor="b">
            <a:normAutofit/>
            <a:scene3d>
              <a:camera prst="orthographicFront"/>
              <a:lightRig rig="soft" dir="t"/>
            </a:scene3d>
            <a:sp3d prstMaterial="softEdge">
              <a:bevelT w="25400" h="25400"/>
            </a:sp3d>
          </a:bodyPr>
          <a:lstStyle>
            <a:lvl1pPr algn="r">
              <a:buNone/>
              <a:defRPr sz="4800" b="1" cap="none" baseline="0">
                <a:effectLst>
                  <a:outerShdw blurRad="31750" dist="25400" dir="54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extLst/>
          </a:lstStyle>
          <a:p>
            <a:r>
              <a:rPr kumimoji="0" lang="it-IT"/>
              <a:t>Fare clic per modificare lo stile del titolo dello schema</a:t>
            </a:r>
            <a:endParaRPr kumimoji="0" lang="en-US"/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3922713" y="2931712"/>
            <a:ext cx="4572000" cy="1454888"/>
          </a:xfrm>
        </p:spPr>
        <p:txBody>
          <a:bodyPr lIns="91440" rIns="91440" anchor="t"/>
          <a:lstStyle>
            <a:lvl1pPr marL="0" indent="0" algn="l">
              <a:buNone/>
              <a:defRPr sz="2300">
                <a:solidFill>
                  <a:schemeClr val="tx1"/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extLst/>
          </a:lstStyle>
          <a:p>
            <a:pPr lvl="0" eaLnBrk="1" latinLnBrk="0" hangingPunct="1"/>
            <a:r>
              <a:rPr kumimoji="0" lang="it-IT"/>
              <a:t>Fare clic per modificare gli stili del testo dello schema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7D3210-A7A2-4A8A-A724-706A26CF2866}" type="datetimeFigureOut">
              <a:rPr lang="it-IT" smtClean="0"/>
              <a:t>09/10/2019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474CF6-3F21-4FB6-827D-DBCD05C90274}" type="slidenum">
              <a:rPr lang="it-IT" smtClean="0"/>
              <a:t>‹N›</a:t>
            </a:fld>
            <a:endParaRPr lang="it-IT"/>
          </a:p>
        </p:txBody>
      </p:sp>
      <p:sp>
        <p:nvSpPr>
          <p:cNvPr id="7" name="Gallone 6"/>
          <p:cNvSpPr/>
          <p:nvPr/>
        </p:nvSpPr>
        <p:spPr>
          <a:xfrm>
            <a:off x="3636680" y="3005472"/>
            <a:ext cx="182880" cy="228600"/>
          </a:xfrm>
          <a:prstGeom prst="chevron">
            <a:avLst>
              <a:gd name="adj" fmla="val 50000"/>
            </a:avLst>
          </a:prstGeom>
          <a:gradFill flip="none" rotWithShape="1">
            <a:gsLst>
              <a:gs pos="0">
                <a:schemeClr val="accent1">
                  <a:shade val="60000"/>
                  <a:satMod val="125000"/>
                </a:schemeClr>
              </a:gs>
              <a:gs pos="72000">
                <a:schemeClr val="accent1">
                  <a:tint val="90000"/>
                  <a:satMod val="138000"/>
                </a:schemeClr>
              </a:gs>
              <a:gs pos="100000">
                <a:schemeClr val="accent1">
                  <a:tint val="76000"/>
                  <a:satMod val="136000"/>
                </a:schemeClr>
              </a:gs>
            </a:gsLst>
            <a:lin ang="16200000" scaled="0"/>
          </a:gradFill>
          <a:ln w="3175" cap="rnd" cmpd="sng" algn="ctr">
            <a:solidFill>
              <a:schemeClr val="accent1">
                <a:shade val="50000"/>
              </a:schemeClr>
            </a:solidFill>
            <a:prstDash val="solid"/>
          </a:ln>
          <a:effectLst>
            <a:outerShdw blurRad="50800" dist="25400" dir="5400000">
              <a:srgbClr val="000000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l" eaLnBrk="1" latinLnBrk="0" hangingPunct="1"/>
            <a:endParaRPr kumimoji="0" lang="en-US"/>
          </a:p>
        </p:txBody>
      </p:sp>
      <p:sp>
        <p:nvSpPr>
          <p:cNvPr id="8" name="Gallone 7"/>
          <p:cNvSpPr/>
          <p:nvPr/>
        </p:nvSpPr>
        <p:spPr>
          <a:xfrm>
            <a:off x="3450264" y="3005472"/>
            <a:ext cx="182880" cy="228600"/>
          </a:xfrm>
          <a:prstGeom prst="chevron">
            <a:avLst>
              <a:gd name="adj" fmla="val 50000"/>
            </a:avLst>
          </a:prstGeom>
          <a:gradFill flip="none" rotWithShape="1">
            <a:gsLst>
              <a:gs pos="0">
                <a:schemeClr val="accent1">
                  <a:shade val="60000"/>
                  <a:satMod val="125000"/>
                </a:schemeClr>
              </a:gs>
              <a:gs pos="72000">
                <a:schemeClr val="accent1">
                  <a:tint val="90000"/>
                  <a:satMod val="138000"/>
                </a:schemeClr>
              </a:gs>
              <a:gs pos="100000">
                <a:schemeClr val="accent1">
                  <a:tint val="76000"/>
                  <a:satMod val="136000"/>
                </a:schemeClr>
              </a:gs>
            </a:gsLst>
            <a:lin ang="16200000" scaled="0"/>
          </a:gradFill>
          <a:ln w="3175" cap="rnd" cmpd="sng" algn="ctr">
            <a:solidFill>
              <a:schemeClr val="accent1">
                <a:shade val="50000"/>
              </a:schemeClr>
            </a:solidFill>
            <a:prstDash val="solid"/>
          </a:ln>
          <a:effectLst>
            <a:outerShdw blurRad="50800" dist="25400" dir="5400000">
              <a:srgbClr val="000000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l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egnaposto contenuto 2"/>
          <p:cNvSpPr>
            <a:spLocks noGrp="1"/>
          </p:cNvSpPr>
          <p:nvPr>
            <p:ph sz="half" idx="1"/>
          </p:nvPr>
        </p:nvSpPr>
        <p:spPr>
          <a:xfrm>
            <a:off x="457200" y="1481328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extLst/>
          </a:lstStyle>
          <a:p>
            <a:pPr lvl="0" eaLnBrk="1" latinLnBrk="0" hangingPunct="1"/>
            <a:r>
              <a:rPr lang="it-IT"/>
              <a:t>Fare clic per modificare gli stili del testo dello schema</a:t>
            </a:r>
          </a:p>
          <a:p>
            <a:pPr lvl="1" eaLnBrk="1" latinLnBrk="0" hangingPunct="1"/>
            <a:r>
              <a:rPr lang="it-IT"/>
              <a:t>Secondo livello</a:t>
            </a:r>
          </a:p>
          <a:p>
            <a:pPr lvl="2" eaLnBrk="1" latinLnBrk="0" hangingPunct="1"/>
            <a:r>
              <a:rPr lang="it-IT"/>
              <a:t>Terzo livello</a:t>
            </a:r>
          </a:p>
          <a:p>
            <a:pPr lvl="3" eaLnBrk="1" latinLnBrk="0" hangingPunct="1"/>
            <a:r>
              <a:rPr lang="it-IT"/>
              <a:t>Quarto livello</a:t>
            </a:r>
          </a:p>
          <a:p>
            <a:pPr lvl="4" eaLnBrk="1" latinLnBrk="0" hangingPunct="1"/>
            <a:r>
              <a:rPr lang="it-IT"/>
              <a:t>Quinto livello</a:t>
            </a:r>
            <a:endParaRPr kumimoji="0" lang="en-US"/>
          </a:p>
        </p:txBody>
      </p:sp>
      <p:sp>
        <p:nvSpPr>
          <p:cNvPr id="4" name="Segnaposto contenuto 3"/>
          <p:cNvSpPr>
            <a:spLocks noGrp="1"/>
          </p:cNvSpPr>
          <p:nvPr>
            <p:ph sz="half" idx="2"/>
          </p:nvPr>
        </p:nvSpPr>
        <p:spPr>
          <a:xfrm>
            <a:off x="4648200" y="1481328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extLst/>
          </a:lstStyle>
          <a:p>
            <a:pPr lvl="0" eaLnBrk="1" latinLnBrk="0" hangingPunct="1"/>
            <a:r>
              <a:rPr lang="it-IT"/>
              <a:t>Fare clic per modificare gli stili del testo dello schema</a:t>
            </a:r>
          </a:p>
          <a:p>
            <a:pPr lvl="1" eaLnBrk="1" latinLnBrk="0" hangingPunct="1"/>
            <a:r>
              <a:rPr lang="it-IT"/>
              <a:t>Secondo livello</a:t>
            </a:r>
          </a:p>
          <a:p>
            <a:pPr lvl="2" eaLnBrk="1" latinLnBrk="0" hangingPunct="1"/>
            <a:r>
              <a:rPr lang="it-IT"/>
              <a:t>Terzo livello</a:t>
            </a:r>
          </a:p>
          <a:p>
            <a:pPr lvl="3" eaLnBrk="1" latinLnBrk="0" hangingPunct="1"/>
            <a:r>
              <a:rPr lang="it-IT"/>
              <a:t>Quarto livello</a:t>
            </a:r>
          </a:p>
          <a:p>
            <a:pPr lvl="4" eaLnBrk="1" latinLnBrk="0" hangingPunct="1"/>
            <a:r>
              <a:rPr lang="it-IT"/>
              <a:t>Quinto livello</a:t>
            </a:r>
            <a:endParaRPr kumimoji="0" lang="en-US"/>
          </a:p>
        </p:txBody>
      </p:sp>
      <p:sp>
        <p:nvSpPr>
          <p:cNvPr id="5" name="Segnaposto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7D3210-A7A2-4A8A-A724-706A26CF2866}" type="datetimeFigureOut">
              <a:rPr lang="it-IT" smtClean="0"/>
              <a:t>09/10/2019</a:t>
            </a:fld>
            <a:endParaRPr lang="it-IT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474CF6-3F21-4FB6-827D-DBCD05C90274}" type="slidenum">
              <a:rPr lang="it-IT" smtClean="0"/>
              <a:t>‹N›</a:t>
            </a:fld>
            <a:endParaRPr lang="it-IT"/>
          </a:p>
        </p:txBody>
      </p:sp>
      <p:sp>
        <p:nvSpPr>
          <p:cNvPr id="8" name="Titolo 7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r>
              <a:rPr kumimoji="0" lang="it-IT"/>
              <a:t>Fare clic per modificare lo stile del titolo dello schema</a:t>
            </a:r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Confronto"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8229600" cy="1143000"/>
          </a:xfrm>
        </p:spPr>
        <p:txBody>
          <a:bodyPr anchor="ctr"/>
          <a:lstStyle>
            <a:lvl1pPr>
              <a:defRPr/>
            </a:lvl1pPr>
            <a:extLst/>
          </a:lstStyle>
          <a:p>
            <a:r>
              <a:rPr kumimoji="0" lang="it-IT"/>
              <a:t>Fare clic per modificare lo stile del titolo dello schema</a:t>
            </a:r>
            <a:endParaRPr kumimoji="0" lang="en-US"/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457200" y="5410200"/>
            <a:ext cx="4040188" cy="762000"/>
          </a:xfrm>
          <a:solidFill>
            <a:schemeClr val="accent1"/>
          </a:solidFill>
          <a:ln w="9652">
            <a:solidFill>
              <a:schemeClr val="accent1"/>
            </a:solidFill>
            <a:miter lim="800000"/>
          </a:ln>
        </p:spPr>
        <p:txBody>
          <a:bodyPr lIns="182880" anchor="ctr"/>
          <a:lstStyle>
            <a:lvl1pPr marL="0" indent="0">
              <a:buNone/>
              <a:defRPr sz="2400" b="0">
                <a:solidFill>
                  <a:schemeClr val="bg1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  <a:extLst/>
          </a:lstStyle>
          <a:p>
            <a:pPr lvl="0" eaLnBrk="1" latinLnBrk="0" hangingPunct="1"/>
            <a:r>
              <a:rPr kumimoji="0" lang="it-IT"/>
              <a:t>Fare clic per modificare gli stili del testo dello schema</a:t>
            </a:r>
          </a:p>
        </p:txBody>
      </p:sp>
      <p:sp>
        <p:nvSpPr>
          <p:cNvPr id="4" name="Segnaposto testo 3"/>
          <p:cNvSpPr>
            <a:spLocks noGrp="1"/>
          </p:cNvSpPr>
          <p:nvPr>
            <p:ph type="body" sz="half" idx="3"/>
          </p:nvPr>
        </p:nvSpPr>
        <p:spPr>
          <a:xfrm>
            <a:off x="4645026" y="5410200"/>
            <a:ext cx="4041775" cy="762000"/>
          </a:xfrm>
          <a:solidFill>
            <a:schemeClr val="accent1"/>
          </a:solidFill>
          <a:ln w="9652">
            <a:solidFill>
              <a:schemeClr val="accent1"/>
            </a:solidFill>
            <a:miter lim="800000"/>
          </a:ln>
        </p:spPr>
        <p:txBody>
          <a:bodyPr lIns="182880" anchor="ctr"/>
          <a:lstStyle>
            <a:lvl1pPr marL="0" indent="0">
              <a:buNone/>
              <a:defRPr sz="2400" b="0">
                <a:solidFill>
                  <a:schemeClr val="bg1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  <a:extLst/>
          </a:lstStyle>
          <a:p>
            <a:pPr lvl="0" eaLnBrk="1" latinLnBrk="0" hangingPunct="1"/>
            <a:r>
              <a:rPr kumimoji="0" lang="it-IT"/>
              <a:t>Fare clic per modificare gli stili del testo dello schema</a:t>
            </a:r>
          </a:p>
        </p:txBody>
      </p:sp>
      <p:sp>
        <p:nvSpPr>
          <p:cNvPr id="5" name="Segnaposto contenuto 4"/>
          <p:cNvSpPr>
            <a:spLocks noGrp="1"/>
          </p:cNvSpPr>
          <p:nvPr>
            <p:ph sz="quarter" idx="2"/>
          </p:nvPr>
        </p:nvSpPr>
        <p:spPr>
          <a:xfrm>
            <a:off x="457200" y="1444294"/>
            <a:ext cx="4040188" cy="3941763"/>
          </a:xfrm>
          <a:ln>
            <a:noFill/>
            <a:prstDash val="sysDash"/>
            <a:miter lim="800000"/>
          </a:ln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extLst/>
          </a:lstStyle>
          <a:p>
            <a:pPr lvl="0" eaLnBrk="1" latinLnBrk="0" hangingPunct="1"/>
            <a:r>
              <a:rPr lang="it-IT"/>
              <a:t>Fare clic per modificare gli stili del testo dello schema</a:t>
            </a:r>
          </a:p>
          <a:p>
            <a:pPr lvl="1" eaLnBrk="1" latinLnBrk="0" hangingPunct="1"/>
            <a:r>
              <a:rPr lang="it-IT"/>
              <a:t>Secondo livello</a:t>
            </a:r>
          </a:p>
          <a:p>
            <a:pPr lvl="2" eaLnBrk="1" latinLnBrk="0" hangingPunct="1"/>
            <a:r>
              <a:rPr lang="it-IT"/>
              <a:t>Terzo livello</a:t>
            </a:r>
          </a:p>
          <a:p>
            <a:pPr lvl="3" eaLnBrk="1" latinLnBrk="0" hangingPunct="1"/>
            <a:r>
              <a:rPr lang="it-IT"/>
              <a:t>Quarto livello</a:t>
            </a:r>
          </a:p>
          <a:p>
            <a:pPr lvl="4" eaLnBrk="1" latinLnBrk="0" hangingPunct="1"/>
            <a:r>
              <a:rPr lang="it-IT"/>
              <a:t>Quinto livello</a:t>
            </a:r>
            <a:endParaRPr kumimoji="0" lang="en-US"/>
          </a:p>
        </p:txBody>
      </p:sp>
      <p:sp>
        <p:nvSpPr>
          <p:cNvPr id="6" name="Segnaposto contenuto 5"/>
          <p:cNvSpPr>
            <a:spLocks noGrp="1"/>
          </p:cNvSpPr>
          <p:nvPr>
            <p:ph sz="quarter" idx="4"/>
          </p:nvPr>
        </p:nvSpPr>
        <p:spPr>
          <a:xfrm>
            <a:off x="4645025" y="1444294"/>
            <a:ext cx="4041775" cy="3941763"/>
          </a:xfrm>
          <a:ln>
            <a:noFill/>
            <a:prstDash val="sysDash"/>
            <a:miter lim="800000"/>
          </a:ln>
        </p:spPr>
        <p:txBody>
          <a:bodyPr/>
          <a:lstStyle>
            <a:lvl1pPr>
              <a:spcBef>
                <a:spcPts val="0"/>
              </a:spcBef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extLst/>
          </a:lstStyle>
          <a:p>
            <a:pPr lvl="0" eaLnBrk="1" latinLnBrk="0" hangingPunct="1"/>
            <a:r>
              <a:rPr lang="it-IT"/>
              <a:t>Fare clic per modificare gli stili del testo dello schema</a:t>
            </a:r>
          </a:p>
          <a:p>
            <a:pPr lvl="1" eaLnBrk="1" latinLnBrk="0" hangingPunct="1"/>
            <a:r>
              <a:rPr lang="it-IT"/>
              <a:t>Secondo livello</a:t>
            </a:r>
          </a:p>
          <a:p>
            <a:pPr lvl="2" eaLnBrk="1" latinLnBrk="0" hangingPunct="1"/>
            <a:r>
              <a:rPr lang="it-IT"/>
              <a:t>Terzo livello</a:t>
            </a:r>
          </a:p>
          <a:p>
            <a:pPr lvl="3" eaLnBrk="1" latinLnBrk="0" hangingPunct="1"/>
            <a:r>
              <a:rPr lang="it-IT"/>
              <a:t>Quarto livello</a:t>
            </a:r>
          </a:p>
          <a:p>
            <a:pPr lvl="4" eaLnBrk="1" latinLnBrk="0" hangingPunct="1"/>
            <a:r>
              <a:rPr lang="it-IT"/>
              <a:t>Quinto livello</a:t>
            </a:r>
            <a:endParaRPr kumimoji="0" lang="en-US"/>
          </a:p>
        </p:txBody>
      </p:sp>
      <p:sp>
        <p:nvSpPr>
          <p:cNvPr id="7" name="Segnaposto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7D3210-A7A2-4A8A-A724-706A26CF2866}" type="datetimeFigureOut">
              <a:rPr lang="it-IT" smtClean="0"/>
              <a:t>09/10/2019</a:t>
            </a:fld>
            <a:endParaRPr lang="it-IT"/>
          </a:p>
        </p:txBody>
      </p:sp>
      <p:sp>
        <p:nvSpPr>
          <p:cNvPr id="8" name="Segnaposto piè di pagina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474CF6-3F21-4FB6-827D-DBCD05C90274}" type="slidenum">
              <a:rPr lang="it-IT" smtClean="0"/>
              <a:t>‹N›</a:t>
            </a:fld>
            <a:endParaRPr lang="it-IT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egnaposto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7D3210-A7A2-4A8A-A724-706A26CF2866}" type="datetimeFigureOut">
              <a:rPr lang="it-IT" smtClean="0"/>
              <a:t>09/10/2019</a:t>
            </a:fld>
            <a:endParaRPr lang="it-IT"/>
          </a:p>
        </p:txBody>
      </p:sp>
      <p:sp>
        <p:nvSpPr>
          <p:cNvPr id="4" name="Segnaposto piè di pagina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474CF6-3F21-4FB6-827D-DBCD05C90274}" type="slidenum">
              <a:rPr lang="it-IT" smtClean="0"/>
              <a:t>‹N›</a:t>
            </a:fld>
            <a:endParaRPr lang="it-IT"/>
          </a:p>
        </p:txBody>
      </p:sp>
      <p:sp>
        <p:nvSpPr>
          <p:cNvPr id="6" name="Titolo 5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r>
              <a:rPr kumimoji="0" lang="it-IT"/>
              <a:t>Fare clic per modificare lo stile del titolo dello schema</a:t>
            </a:r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7D3210-A7A2-4A8A-A724-706A26CF2866}" type="datetimeFigureOut">
              <a:rPr lang="it-IT" smtClean="0"/>
              <a:t>09/10/2019</a:t>
            </a:fld>
            <a:endParaRPr lang="it-IT"/>
          </a:p>
        </p:txBody>
      </p:sp>
      <p:sp>
        <p:nvSpPr>
          <p:cNvPr id="3" name="Segnaposto piè di pagina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474CF6-3F21-4FB6-827D-DBCD05C90274}" type="slidenum">
              <a:rPr lang="it-IT" smtClean="0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uto con didascalia"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914400" y="4876800"/>
            <a:ext cx="7481776" cy="457200"/>
          </a:xfrm>
        </p:spPr>
        <p:txBody>
          <a:bodyPr vert="horz" anchor="t">
            <a:noAutofit/>
            <a:sp3d prstMaterial="softEdge">
              <a:bevelT w="0" h="0"/>
            </a:sp3d>
          </a:bodyPr>
          <a:lstStyle>
            <a:lvl1pPr algn="r">
              <a:buNone/>
              <a:defRPr sz="2500" b="0">
                <a:solidFill>
                  <a:schemeClr val="accent1"/>
                </a:solidFill>
                <a:effectLst/>
              </a:defRPr>
            </a:lvl1pPr>
            <a:extLst/>
          </a:lstStyle>
          <a:p>
            <a:r>
              <a:rPr kumimoji="0" lang="it-IT"/>
              <a:t>Fare clic per modificare lo stile del titolo dello schema</a:t>
            </a:r>
            <a:endParaRPr kumimoji="0" lang="en-US"/>
          </a:p>
        </p:txBody>
      </p:sp>
      <p:sp>
        <p:nvSpPr>
          <p:cNvPr id="3" name="Segnaposto testo 2"/>
          <p:cNvSpPr>
            <a:spLocks noGrp="1"/>
          </p:cNvSpPr>
          <p:nvPr>
            <p:ph type="body" idx="2"/>
          </p:nvPr>
        </p:nvSpPr>
        <p:spPr>
          <a:xfrm>
            <a:off x="4419600" y="5355102"/>
            <a:ext cx="3974592" cy="914400"/>
          </a:xfrm>
        </p:spPr>
        <p:txBody>
          <a:bodyPr/>
          <a:lstStyle>
            <a:lvl1pPr marL="0" indent="0" algn="r">
              <a:buNone/>
              <a:defRPr sz="1600"/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  <a:extLst/>
          </a:lstStyle>
          <a:p>
            <a:pPr lvl="0" eaLnBrk="1" latinLnBrk="0" hangingPunct="1"/>
            <a:r>
              <a:rPr kumimoji="0" lang="it-IT"/>
              <a:t>Fare clic per modificare gli stili del testo dello schema</a:t>
            </a:r>
          </a:p>
        </p:txBody>
      </p:sp>
      <p:sp>
        <p:nvSpPr>
          <p:cNvPr id="4" name="Segnaposto contenuto 3"/>
          <p:cNvSpPr>
            <a:spLocks noGrp="1"/>
          </p:cNvSpPr>
          <p:nvPr>
            <p:ph sz="half" idx="1"/>
          </p:nvPr>
        </p:nvSpPr>
        <p:spPr>
          <a:xfrm>
            <a:off x="914400" y="274320"/>
            <a:ext cx="7479792" cy="45720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extLst/>
          </a:lstStyle>
          <a:p>
            <a:pPr lvl="0" eaLnBrk="1" latinLnBrk="0" hangingPunct="1"/>
            <a:r>
              <a:rPr lang="it-IT"/>
              <a:t>Fare clic per modificare gli stili del testo dello schema</a:t>
            </a:r>
          </a:p>
          <a:p>
            <a:pPr lvl="1" eaLnBrk="1" latinLnBrk="0" hangingPunct="1"/>
            <a:r>
              <a:rPr lang="it-IT"/>
              <a:t>Secondo livello</a:t>
            </a:r>
          </a:p>
          <a:p>
            <a:pPr lvl="2" eaLnBrk="1" latinLnBrk="0" hangingPunct="1"/>
            <a:r>
              <a:rPr lang="it-IT"/>
              <a:t>Terzo livello</a:t>
            </a:r>
          </a:p>
          <a:p>
            <a:pPr lvl="3" eaLnBrk="1" latinLnBrk="0" hangingPunct="1"/>
            <a:r>
              <a:rPr lang="it-IT"/>
              <a:t>Quarto livello</a:t>
            </a:r>
          </a:p>
          <a:p>
            <a:pPr lvl="4" eaLnBrk="1" latinLnBrk="0" hangingPunct="1"/>
            <a:r>
              <a:rPr lang="it-IT"/>
              <a:t>Quinto livello</a:t>
            </a:r>
            <a:endParaRPr kumimoji="0" lang="en-US"/>
          </a:p>
        </p:txBody>
      </p:sp>
      <p:sp>
        <p:nvSpPr>
          <p:cNvPr id="5" name="Segnaposto data 4"/>
          <p:cNvSpPr>
            <a:spLocks noGrp="1"/>
          </p:cNvSpPr>
          <p:nvPr>
            <p:ph type="dt" sz="half" idx="10"/>
          </p:nvPr>
        </p:nvSpPr>
        <p:spPr>
          <a:xfrm>
            <a:off x="6727032" y="6407944"/>
            <a:ext cx="1920240" cy="365760"/>
          </a:xfrm>
        </p:spPr>
        <p:txBody>
          <a:bodyPr/>
          <a:lstStyle/>
          <a:p>
            <a:fld id="{ED7D3210-A7A2-4A8A-A724-706A26CF2866}" type="datetimeFigureOut">
              <a:rPr lang="it-IT" smtClean="0"/>
              <a:t>09/10/2019</a:t>
            </a:fld>
            <a:endParaRPr lang="it-IT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474CF6-3F21-4FB6-827D-DBCD05C90274}" type="slidenum">
              <a:rPr lang="it-IT" smtClean="0"/>
              <a:t>‹N›</a:t>
            </a:fld>
            <a:endParaRPr lang="it-IT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Immagine con didascalia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egnaposto testo 3"/>
          <p:cNvSpPr>
            <a:spLocks noGrp="1"/>
          </p:cNvSpPr>
          <p:nvPr>
            <p:ph type="body" sz="half" idx="2"/>
          </p:nvPr>
        </p:nvSpPr>
        <p:spPr>
          <a:xfrm>
            <a:off x="1141232" y="5443402"/>
            <a:ext cx="7162800" cy="648232"/>
          </a:xfrm>
          <a:noFill/>
        </p:spPr>
        <p:txBody>
          <a:bodyPr lIns="91440" tIns="0" rIns="91440" anchor="t"/>
          <a:lstStyle>
            <a:lvl1pPr marL="0" marR="18288" indent="0" algn="r">
              <a:buNone/>
              <a:defRPr sz="14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  <a:extLst/>
          </a:lstStyle>
          <a:p>
            <a:pPr lvl="0" eaLnBrk="1" latinLnBrk="0" hangingPunct="1"/>
            <a:r>
              <a:rPr kumimoji="0" lang="it-IT"/>
              <a:t>Fare clic per modificare gli stili del testo dello schema</a:t>
            </a:r>
          </a:p>
        </p:txBody>
      </p:sp>
      <p:sp>
        <p:nvSpPr>
          <p:cNvPr id="3" name="Segnaposto immagine 2"/>
          <p:cNvSpPr>
            <a:spLocks noGrp="1"/>
          </p:cNvSpPr>
          <p:nvPr>
            <p:ph type="pic" idx="1"/>
          </p:nvPr>
        </p:nvSpPr>
        <p:spPr>
          <a:xfrm>
            <a:off x="228600" y="189968"/>
            <a:ext cx="8686800" cy="4389120"/>
          </a:xfrm>
          <a:prstGeom prst="rect">
            <a:avLst/>
          </a:prstGeom>
          <a:solidFill>
            <a:schemeClr val="bg2"/>
          </a:solidFill>
          <a:ln>
            <a:solidFill>
              <a:schemeClr val="bg1"/>
            </a:solidFill>
          </a:ln>
          <a:effectLst>
            <a:innerShdw blurRad="95250">
              <a:srgbClr val="000000"/>
            </a:innerShdw>
          </a:effectLst>
        </p:spPr>
        <p:txBody>
          <a:bodyPr/>
          <a:lstStyle>
            <a:lvl1pPr marL="0" indent="0">
              <a:buNone/>
              <a:defRPr sz="3200"/>
            </a:lvl1pPr>
            <a:extLst/>
          </a:lstStyle>
          <a:p>
            <a:r>
              <a:rPr kumimoji="0" lang="it-IT"/>
              <a:t>Fare clic sull'icona per inserire un'immagine</a:t>
            </a:r>
            <a:endParaRPr kumimoji="0" lang="en-US" dirty="0"/>
          </a:p>
        </p:txBody>
      </p:sp>
      <p:sp>
        <p:nvSpPr>
          <p:cNvPr id="5" name="Segnaposto data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extLst/>
          </a:lstStyle>
          <a:p>
            <a:fld id="{ED7D3210-A7A2-4A8A-A724-706A26CF2866}" type="datetimeFigureOut">
              <a:rPr lang="it-IT" smtClean="0"/>
              <a:t>09/10/2019</a:t>
            </a:fld>
            <a:endParaRPr lang="it-IT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11"/>
          </p:nvPr>
        </p:nvSpPr>
        <p:spPr>
          <a:xfrm>
            <a:off x="4380072" y="6407944"/>
            <a:ext cx="2350681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extLst/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extLst/>
          </a:lstStyle>
          <a:p>
            <a:fld id="{BF474CF6-3F21-4FB6-827D-DBCD05C90274}" type="slidenum">
              <a:rPr lang="it-IT" smtClean="0"/>
              <a:t>‹N›</a:t>
            </a:fld>
            <a:endParaRPr lang="it-IT"/>
          </a:p>
        </p:txBody>
      </p:sp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228600" y="4865122"/>
            <a:ext cx="8075432" cy="562672"/>
          </a:xfrm>
          <a:noFill/>
        </p:spPr>
        <p:txBody>
          <a:bodyPr anchor="t">
            <a:sp3d prstMaterial="softEdge"/>
          </a:bodyPr>
          <a:lstStyle>
            <a:lvl1pPr marR="0" algn="r">
              <a:buNone/>
              <a:defRPr sz="3000" b="0">
                <a:solidFill>
                  <a:schemeClr val="accent1"/>
                </a:solidFill>
                <a:effectLst>
                  <a:outerShdw blurRad="50800" dist="25000" dir="5400000" algn="t" rotWithShape="0">
                    <a:prstClr val="black">
                      <a:alpha val="45000"/>
                    </a:prstClr>
                  </a:outerShdw>
                </a:effectLst>
              </a:defRPr>
            </a:lvl1pPr>
            <a:extLst/>
          </a:lstStyle>
          <a:p>
            <a:r>
              <a:rPr kumimoji="0" lang="it-IT"/>
              <a:t>Fare clic per modificare lo stile del titolo dello schema</a:t>
            </a:r>
            <a:endParaRPr kumimoji="0" lang="en-US"/>
          </a:p>
        </p:txBody>
      </p:sp>
      <p:sp>
        <p:nvSpPr>
          <p:cNvPr id="8" name="Figura a mano libera 7"/>
          <p:cNvSpPr>
            <a:spLocks/>
          </p:cNvSpPr>
          <p:nvPr/>
        </p:nvSpPr>
        <p:spPr bwMode="auto">
          <a:xfrm>
            <a:off x="499273" y="5944936"/>
            <a:ext cx="4940624" cy="921076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5760" y="0"/>
              </a:cxn>
              <a:cxn ang="0">
                <a:pos x="5760" y="528"/>
              </a:cxn>
              <a:cxn ang="0">
                <a:pos x="48" y="0"/>
              </a:cxn>
            </a:cxnLst>
            <a:rect l="0" t="0" r="0" b="0"/>
            <a:pathLst>
              <a:path w="7485" h="337">
                <a:moveTo>
                  <a:pt x="0" y="2"/>
                </a:moveTo>
                <a:lnTo>
                  <a:pt x="7485" y="337"/>
                </a:lnTo>
                <a:lnTo>
                  <a:pt x="5558" y="337"/>
                </a:lnTo>
                <a:lnTo>
                  <a:pt x="1" y="0"/>
                </a:lnTo>
              </a:path>
            </a:pathLst>
          </a:custGeom>
          <a:solidFill>
            <a:schemeClr val="accent1">
              <a:tint val="65000"/>
              <a:satMod val="115000"/>
              <a:alpha val="40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9" name="Figura a mano libera 8"/>
          <p:cNvSpPr>
            <a:spLocks/>
          </p:cNvSpPr>
          <p:nvPr/>
        </p:nvSpPr>
        <p:spPr bwMode="auto">
          <a:xfrm>
            <a:off x="485717" y="5939011"/>
            <a:ext cx="3690451" cy="933450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5760" y="0"/>
              </a:cxn>
              <a:cxn ang="0">
                <a:pos x="5760" y="528"/>
              </a:cxn>
              <a:cxn ang="0">
                <a:pos x="48" y="0"/>
              </a:cxn>
            </a:cxnLst>
            <a:rect l="0" t="0" r="0" b="0"/>
            <a:pathLst>
              <a:path w="5591" h="588">
                <a:moveTo>
                  <a:pt x="0" y="0"/>
                </a:moveTo>
                <a:lnTo>
                  <a:pt x="5591" y="585"/>
                </a:lnTo>
                <a:lnTo>
                  <a:pt x="4415" y="588"/>
                </a:lnTo>
                <a:lnTo>
                  <a:pt x="12" y="4"/>
                </a:lnTo>
              </a:path>
            </a:pathLst>
          </a:custGeom>
          <a:solidFill>
            <a:srgbClr val="000000">
              <a:alpha val="100000"/>
            </a:srgb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0" name="Triangolo rettangolo 9"/>
          <p:cNvSpPr>
            <a:spLocks/>
          </p:cNvSpPr>
          <p:nvPr/>
        </p:nvSpPr>
        <p:spPr bwMode="auto">
          <a:xfrm>
            <a:off x="-6042" y="5791253"/>
            <a:ext cx="3402314" cy="1080868"/>
          </a:xfrm>
          <a:prstGeom prst="rtTriangle">
            <a:avLst/>
          </a:prstGeom>
          <a:blipFill>
            <a:blip r:embed="rId2" cstate="print">
              <a:alphaModFix amt="50000"/>
            </a:blip>
            <a:tile tx="0" ty="0" sx="50000" sy="50000" flip="none" algn="t"/>
          </a:blipFill>
          <a:ln w="12700" cap="rnd" cmpd="thickThin" algn="ctr">
            <a:noFill/>
            <a:prstDash val="solid"/>
          </a:ln>
          <a:effectLst>
            <a:fillOverlay blend="mult">
              <a:gradFill flip="none" rotWithShape="1">
                <a:gsLst>
                  <a:gs pos="0">
                    <a:schemeClr val="accent1">
                      <a:shade val="20000"/>
                      <a:satMod val="176000"/>
                      <a:alpha val="100000"/>
                    </a:schemeClr>
                  </a:gs>
                  <a:gs pos="18000">
                    <a:schemeClr val="accent1">
                      <a:shade val="48000"/>
                      <a:satMod val="153000"/>
                      <a:alpha val="100000"/>
                    </a:schemeClr>
                  </a:gs>
                  <a:gs pos="43000">
                    <a:schemeClr val="accent1">
                      <a:tint val="86000"/>
                      <a:satMod val="149000"/>
                      <a:alpha val="100000"/>
                    </a:schemeClr>
                  </a:gs>
                  <a:gs pos="45000">
                    <a:schemeClr val="accent1">
                      <a:tint val="85000"/>
                      <a:satMod val="150000"/>
                      <a:alpha val="100000"/>
                    </a:schemeClr>
                  </a:gs>
                  <a:gs pos="50000">
                    <a:schemeClr val="accent1">
                      <a:tint val="86000"/>
                      <a:satMod val="149000"/>
                      <a:alpha val="100000"/>
                    </a:schemeClr>
                  </a:gs>
                  <a:gs pos="79000">
                    <a:schemeClr val="accent1">
                      <a:shade val="53000"/>
                      <a:satMod val="150000"/>
                      <a:alpha val="100000"/>
                    </a:schemeClr>
                  </a:gs>
                  <a:gs pos="100000">
                    <a:schemeClr val="accent1">
                      <a:shade val="25000"/>
                      <a:satMod val="170000"/>
                      <a:alpha val="100000"/>
                    </a:schemeClr>
                  </a:gs>
                </a:gsLst>
                <a:lin ang="450000" scaled="1"/>
                <a:tileRect/>
              </a:gradFill>
            </a:fillOverlay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 compatLnSpc="1"/>
          <a:lstStyle/>
          <a:p>
            <a:pPr algn="ctr" eaLnBrk="1" latinLnBrk="0" hangingPunct="1"/>
            <a:endParaRPr kumimoji="0" lang="en-US"/>
          </a:p>
        </p:txBody>
      </p:sp>
      <p:cxnSp>
        <p:nvCxnSpPr>
          <p:cNvPr id="11" name="Connettore 1 10"/>
          <p:cNvCxnSpPr/>
          <p:nvPr/>
        </p:nvCxnSpPr>
        <p:spPr>
          <a:xfrm>
            <a:off x="-9237" y="5787738"/>
            <a:ext cx="3405509" cy="1084383"/>
          </a:xfrm>
          <a:prstGeom prst="line">
            <a:avLst/>
          </a:prstGeom>
          <a:noFill/>
          <a:ln w="12065" cap="flat" cmpd="sng" algn="ctr">
            <a:gradFill>
              <a:gsLst>
                <a:gs pos="45000">
                  <a:schemeClr val="accent1">
                    <a:tint val="70000"/>
                    <a:satMod val="110000"/>
                  </a:schemeClr>
                </a:gs>
                <a:gs pos="15000">
                  <a:schemeClr val="accent1">
                    <a:shade val="40000"/>
                    <a:satMod val="110000"/>
                  </a:schemeClr>
                </a:gs>
              </a:gsLst>
              <a:lin ang="5400000" scaled="1"/>
            </a:gradFill>
            <a:prstDash val="solid"/>
            <a:miter lim="800000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Gallone 11"/>
          <p:cNvSpPr/>
          <p:nvPr/>
        </p:nvSpPr>
        <p:spPr>
          <a:xfrm>
            <a:off x="8664112" y="4988440"/>
            <a:ext cx="182880" cy="228600"/>
          </a:xfrm>
          <a:prstGeom prst="chevron">
            <a:avLst>
              <a:gd name="adj" fmla="val 50000"/>
            </a:avLst>
          </a:prstGeom>
          <a:gradFill flip="none" rotWithShape="1">
            <a:gsLst>
              <a:gs pos="0">
                <a:schemeClr val="accent1">
                  <a:shade val="60000"/>
                  <a:satMod val="125000"/>
                </a:schemeClr>
              </a:gs>
              <a:gs pos="72000">
                <a:schemeClr val="accent1">
                  <a:tint val="90000"/>
                  <a:satMod val="138000"/>
                </a:schemeClr>
              </a:gs>
              <a:gs pos="100000">
                <a:schemeClr val="accent1">
                  <a:tint val="76000"/>
                  <a:satMod val="136000"/>
                </a:schemeClr>
              </a:gs>
            </a:gsLst>
            <a:lin ang="16200000" scaled="0"/>
          </a:gradFill>
          <a:ln w="3175" cap="rnd" cmpd="sng" algn="ctr">
            <a:solidFill>
              <a:schemeClr val="accent1">
                <a:shade val="50000"/>
              </a:schemeClr>
            </a:solidFill>
            <a:prstDash val="solid"/>
          </a:ln>
          <a:effectLst>
            <a:outerShdw blurRad="50800" dist="25400" dir="5400000">
              <a:srgbClr val="000000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l" eaLnBrk="1" latinLnBrk="0" hangingPunct="1"/>
            <a:endParaRPr kumimoji="0" lang="en-US"/>
          </a:p>
        </p:txBody>
      </p:sp>
      <p:sp>
        <p:nvSpPr>
          <p:cNvPr id="13" name="Gallone 12"/>
          <p:cNvSpPr/>
          <p:nvPr/>
        </p:nvSpPr>
        <p:spPr>
          <a:xfrm>
            <a:off x="8477696" y="4988440"/>
            <a:ext cx="182880" cy="228600"/>
          </a:xfrm>
          <a:prstGeom prst="chevron">
            <a:avLst>
              <a:gd name="adj" fmla="val 50000"/>
            </a:avLst>
          </a:prstGeom>
          <a:gradFill flip="none" rotWithShape="1">
            <a:gsLst>
              <a:gs pos="0">
                <a:schemeClr val="accent1">
                  <a:shade val="60000"/>
                  <a:satMod val="125000"/>
                </a:schemeClr>
              </a:gs>
              <a:gs pos="72000">
                <a:schemeClr val="accent1">
                  <a:tint val="90000"/>
                  <a:satMod val="138000"/>
                </a:schemeClr>
              </a:gs>
              <a:gs pos="100000">
                <a:schemeClr val="accent1">
                  <a:tint val="76000"/>
                  <a:satMod val="136000"/>
                </a:schemeClr>
              </a:gs>
            </a:gsLst>
            <a:lin ang="16200000" scaled="0"/>
          </a:gradFill>
          <a:ln w="3175" cap="rnd" cmpd="sng" algn="ctr">
            <a:solidFill>
              <a:schemeClr val="accent1">
                <a:shade val="50000"/>
              </a:schemeClr>
            </a:solidFill>
            <a:prstDash val="solid"/>
          </a:ln>
          <a:effectLst>
            <a:outerShdw blurRad="50800" dist="25400" dir="5400000">
              <a:srgbClr val="000000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l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it-IT"/>
              <a:t>Fare clic per modificare lo stile del titolo dello schema</a:t>
            </a:r>
            <a:endParaRPr kumimoji="0" lang="en-US"/>
          </a:p>
        </p:txBody>
      </p:sp>
      <p:sp>
        <p:nvSpPr>
          <p:cNvPr id="3" name="Segnaposto testo verticale 2"/>
          <p:cNvSpPr>
            <a:spLocks noGrp="1"/>
          </p:cNvSpPr>
          <p:nvPr>
            <p:ph type="body" orient="vert" idx="1"/>
          </p:nvPr>
        </p:nvSpPr>
        <p:spPr>
          <a:xfrm>
            <a:off x="457200" y="1481329"/>
            <a:ext cx="8229600" cy="4386071"/>
          </a:xfrm>
        </p:spPr>
        <p:txBody>
          <a:bodyPr vert="eaVert"/>
          <a:lstStyle/>
          <a:p>
            <a:pPr lvl="0" eaLnBrk="1" latinLnBrk="0" hangingPunct="1"/>
            <a:r>
              <a:rPr lang="it-IT"/>
              <a:t>Fare clic per modificare gli stili del testo dello schema</a:t>
            </a:r>
          </a:p>
          <a:p>
            <a:pPr lvl="1" eaLnBrk="1" latinLnBrk="0" hangingPunct="1"/>
            <a:r>
              <a:rPr lang="it-IT"/>
              <a:t>Secondo livello</a:t>
            </a:r>
          </a:p>
          <a:p>
            <a:pPr lvl="2" eaLnBrk="1" latinLnBrk="0" hangingPunct="1"/>
            <a:r>
              <a:rPr lang="it-IT"/>
              <a:t>Terzo livello</a:t>
            </a:r>
          </a:p>
          <a:p>
            <a:pPr lvl="3" eaLnBrk="1" latinLnBrk="0" hangingPunct="1"/>
            <a:r>
              <a:rPr lang="it-IT"/>
              <a:t>Quarto livello</a:t>
            </a:r>
          </a:p>
          <a:p>
            <a:pPr lvl="4" eaLnBrk="1" latinLnBrk="0" hangingPunct="1"/>
            <a:r>
              <a:rPr lang="it-IT"/>
              <a:t>Quinto livello</a:t>
            </a:r>
            <a:endParaRPr kumimoji="0" lang="en-US"/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7D3210-A7A2-4A8A-A724-706A26CF2866}" type="datetimeFigureOut">
              <a:rPr lang="it-IT" smtClean="0"/>
              <a:t>09/10/2019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474CF6-3F21-4FB6-827D-DBCD05C90274}" type="slidenum">
              <a:rPr lang="it-IT" smtClean="0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/>
          <p:cNvSpPr>
            <a:spLocks noGrp="1"/>
          </p:cNvSpPr>
          <p:nvPr>
            <p:ph type="title" orient="vert"/>
          </p:nvPr>
        </p:nvSpPr>
        <p:spPr>
          <a:xfrm>
            <a:off x="6844013" y="274640"/>
            <a:ext cx="1777470" cy="5592761"/>
          </a:xfrm>
        </p:spPr>
        <p:txBody>
          <a:bodyPr vert="eaVert"/>
          <a:lstStyle/>
          <a:p>
            <a:r>
              <a:rPr kumimoji="0" lang="it-IT"/>
              <a:t>Fare clic per modificare lo stile del titolo dello schema</a:t>
            </a:r>
            <a:endParaRPr kumimoji="0" lang="en-US"/>
          </a:p>
        </p:txBody>
      </p:sp>
      <p:sp>
        <p:nvSpPr>
          <p:cNvPr id="3" name="Segnaposto testo verticale 2"/>
          <p:cNvSpPr>
            <a:spLocks noGrp="1"/>
          </p:cNvSpPr>
          <p:nvPr>
            <p:ph type="body" orient="vert" idx="1"/>
          </p:nvPr>
        </p:nvSpPr>
        <p:spPr>
          <a:xfrm>
            <a:off x="457200" y="274641"/>
            <a:ext cx="6324600" cy="5592760"/>
          </a:xfrm>
        </p:spPr>
        <p:txBody>
          <a:bodyPr vert="eaVert"/>
          <a:lstStyle/>
          <a:p>
            <a:pPr lvl="0" eaLnBrk="1" latinLnBrk="0" hangingPunct="1"/>
            <a:r>
              <a:rPr lang="it-IT"/>
              <a:t>Fare clic per modificare gli stili del testo dello schema</a:t>
            </a:r>
          </a:p>
          <a:p>
            <a:pPr lvl="1" eaLnBrk="1" latinLnBrk="0" hangingPunct="1"/>
            <a:r>
              <a:rPr lang="it-IT"/>
              <a:t>Secondo livello</a:t>
            </a:r>
          </a:p>
          <a:p>
            <a:pPr lvl="2" eaLnBrk="1" latinLnBrk="0" hangingPunct="1"/>
            <a:r>
              <a:rPr lang="it-IT"/>
              <a:t>Terzo livello</a:t>
            </a:r>
          </a:p>
          <a:p>
            <a:pPr lvl="3" eaLnBrk="1" latinLnBrk="0" hangingPunct="1"/>
            <a:r>
              <a:rPr lang="it-IT"/>
              <a:t>Quarto livello</a:t>
            </a:r>
          </a:p>
          <a:p>
            <a:pPr lvl="4" eaLnBrk="1" latinLnBrk="0" hangingPunct="1"/>
            <a:r>
              <a:rPr lang="it-IT"/>
              <a:t>Quinto livello</a:t>
            </a:r>
            <a:endParaRPr kumimoji="0" lang="en-US"/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7D3210-A7A2-4A8A-A724-706A26CF2866}" type="datetimeFigureOut">
              <a:rPr lang="it-IT" smtClean="0"/>
              <a:t>09/10/2019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474CF6-3F21-4FB6-827D-DBCD05C90274}" type="slidenum">
              <a:rPr lang="it-IT" smtClean="0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igura a mano libera 12"/>
          <p:cNvSpPr>
            <a:spLocks/>
          </p:cNvSpPr>
          <p:nvPr/>
        </p:nvSpPr>
        <p:spPr bwMode="auto">
          <a:xfrm>
            <a:off x="499273" y="5944936"/>
            <a:ext cx="4940624" cy="921076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5760" y="0"/>
              </a:cxn>
              <a:cxn ang="0">
                <a:pos x="5760" y="528"/>
              </a:cxn>
              <a:cxn ang="0">
                <a:pos x="48" y="0"/>
              </a:cxn>
            </a:cxnLst>
            <a:rect l="0" t="0" r="0" b="0"/>
            <a:pathLst>
              <a:path w="7485" h="337">
                <a:moveTo>
                  <a:pt x="0" y="2"/>
                </a:moveTo>
                <a:lnTo>
                  <a:pt x="7485" y="337"/>
                </a:lnTo>
                <a:lnTo>
                  <a:pt x="5558" y="337"/>
                </a:lnTo>
                <a:lnTo>
                  <a:pt x="1" y="0"/>
                </a:lnTo>
              </a:path>
            </a:pathLst>
          </a:custGeom>
          <a:solidFill>
            <a:schemeClr val="accent1">
              <a:tint val="65000"/>
              <a:satMod val="115000"/>
              <a:alpha val="40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2" name="Figura a mano libera 11"/>
          <p:cNvSpPr>
            <a:spLocks/>
          </p:cNvSpPr>
          <p:nvPr/>
        </p:nvSpPr>
        <p:spPr bwMode="auto">
          <a:xfrm>
            <a:off x="485717" y="5939011"/>
            <a:ext cx="3690451" cy="933450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5760" y="0"/>
              </a:cxn>
              <a:cxn ang="0">
                <a:pos x="5760" y="528"/>
              </a:cxn>
              <a:cxn ang="0">
                <a:pos x="48" y="0"/>
              </a:cxn>
            </a:cxnLst>
            <a:rect l="0" t="0" r="0" b="0"/>
            <a:pathLst>
              <a:path w="5591" h="588">
                <a:moveTo>
                  <a:pt x="0" y="0"/>
                </a:moveTo>
                <a:lnTo>
                  <a:pt x="5591" y="585"/>
                </a:lnTo>
                <a:lnTo>
                  <a:pt x="4415" y="588"/>
                </a:lnTo>
                <a:lnTo>
                  <a:pt x="12" y="4"/>
                </a:lnTo>
              </a:path>
            </a:pathLst>
          </a:custGeom>
          <a:solidFill>
            <a:srgbClr val="000000">
              <a:alpha val="100000"/>
            </a:srgb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4" name="Triangolo rettangolo 13"/>
          <p:cNvSpPr>
            <a:spLocks/>
          </p:cNvSpPr>
          <p:nvPr/>
        </p:nvSpPr>
        <p:spPr bwMode="auto">
          <a:xfrm>
            <a:off x="-6042" y="5791253"/>
            <a:ext cx="3402314" cy="1080868"/>
          </a:xfrm>
          <a:prstGeom prst="rtTriangle">
            <a:avLst/>
          </a:prstGeom>
          <a:blipFill>
            <a:blip r:embed="rId13" cstate="print">
              <a:alphaModFix amt="50000"/>
            </a:blip>
            <a:tile tx="0" ty="0" sx="50000" sy="50000" flip="none" algn="t"/>
          </a:blipFill>
          <a:ln w="12700" cap="rnd" cmpd="thickThin" algn="ctr">
            <a:noFill/>
            <a:prstDash val="solid"/>
          </a:ln>
          <a:effectLst>
            <a:fillOverlay blend="mult">
              <a:gradFill flip="none" rotWithShape="1">
                <a:gsLst>
                  <a:gs pos="0">
                    <a:schemeClr val="accent1">
                      <a:shade val="20000"/>
                      <a:satMod val="176000"/>
                      <a:alpha val="100000"/>
                    </a:schemeClr>
                  </a:gs>
                  <a:gs pos="18000">
                    <a:schemeClr val="accent1">
                      <a:shade val="48000"/>
                      <a:satMod val="153000"/>
                      <a:alpha val="100000"/>
                    </a:schemeClr>
                  </a:gs>
                  <a:gs pos="43000">
                    <a:schemeClr val="accent1">
                      <a:tint val="86000"/>
                      <a:satMod val="149000"/>
                      <a:alpha val="100000"/>
                    </a:schemeClr>
                  </a:gs>
                  <a:gs pos="45000">
                    <a:schemeClr val="accent1">
                      <a:tint val="85000"/>
                      <a:satMod val="150000"/>
                      <a:alpha val="100000"/>
                    </a:schemeClr>
                  </a:gs>
                  <a:gs pos="50000">
                    <a:schemeClr val="accent1">
                      <a:tint val="86000"/>
                      <a:satMod val="149000"/>
                      <a:alpha val="100000"/>
                    </a:schemeClr>
                  </a:gs>
                  <a:gs pos="79000">
                    <a:schemeClr val="accent1">
                      <a:shade val="53000"/>
                      <a:satMod val="150000"/>
                      <a:alpha val="100000"/>
                    </a:schemeClr>
                  </a:gs>
                  <a:gs pos="100000">
                    <a:schemeClr val="accent1">
                      <a:shade val="25000"/>
                      <a:satMod val="170000"/>
                      <a:alpha val="100000"/>
                    </a:schemeClr>
                  </a:gs>
                </a:gsLst>
                <a:lin ang="450000" scaled="1"/>
                <a:tileRect/>
              </a:gradFill>
            </a:fillOverlay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 compatLnSpc="1"/>
          <a:lstStyle/>
          <a:p>
            <a:pPr algn="ctr" eaLnBrk="1" latinLnBrk="0" hangingPunct="1"/>
            <a:endParaRPr kumimoji="0" lang="en-US"/>
          </a:p>
        </p:txBody>
      </p:sp>
      <p:cxnSp>
        <p:nvCxnSpPr>
          <p:cNvPr id="15" name="Connettore 1 14"/>
          <p:cNvCxnSpPr/>
          <p:nvPr/>
        </p:nvCxnSpPr>
        <p:spPr>
          <a:xfrm>
            <a:off x="-9237" y="5787738"/>
            <a:ext cx="3405509" cy="1084383"/>
          </a:xfrm>
          <a:prstGeom prst="line">
            <a:avLst/>
          </a:prstGeom>
          <a:noFill/>
          <a:ln w="12065" cap="flat" cmpd="sng" algn="ctr">
            <a:gradFill>
              <a:gsLst>
                <a:gs pos="45000">
                  <a:schemeClr val="accent1">
                    <a:tint val="70000"/>
                    <a:satMod val="110000"/>
                  </a:schemeClr>
                </a:gs>
                <a:gs pos="15000">
                  <a:schemeClr val="accent1">
                    <a:shade val="40000"/>
                    <a:satMod val="110000"/>
                  </a:schemeClr>
                </a:gs>
              </a:gsLst>
              <a:lin ang="5400000" scaled="1"/>
            </a:gradFill>
            <a:prstDash val="solid"/>
            <a:miter lim="800000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egnaposto titolo 8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anchor="ctr">
            <a:normAutofit/>
            <a:scene3d>
              <a:camera prst="orthographicFront"/>
              <a:lightRig rig="soft" dir="t"/>
            </a:scene3d>
            <a:sp3d prstMaterial="softEdge">
              <a:bevelT w="25400" h="25400"/>
            </a:sp3d>
          </a:bodyPr>
          <a:lstStyle/>
          <a:p>
            <a:r>
              <a:rPr kumimoji="0" lang="it-IT"/>
              <a:t>Fare clic per modificare lo stile del titolo</a:t>
            </a:r>
            <a:endParaRPr kumimoji="0" lang="en-US"/>
          </a:p>
        </p:txBody>
      </p:sp>
      <p:sp>
        <p:nvSpPr>
          <p:cNvPr id="30" name="Segnaposto testo 29"/>
          <p:cNvSpPr>
            <a:spLocks noGrp="1"/>
          </p:cNvSpPr>
          <p:nvPr>
            <p:ph type="body" idx="1"/>
          </p:nvPr>
        </p:nvSpPr>
        <p:spPr>
          <a:xfrm>
            <a:off x="457200" y="1481328"/>
            <a:ext cx="8229600" cy="4525963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 eaLnBrk="1" latinLnBrk="0" hangingPunct="1"/>
            <a:r>
              <a:rPr kumimoji="0" lang="it-IT"/>
              <a:t>Fare clic per modificare stili del testo dello schema</a:t>
            </a:r>
          </a:p>
          <a:p>
            <a:pPr lvl="1" eaLnBrk="1" latinLnBrk="0" hangingPunct="1"/>
            <a:r>
              <a:rPr kumimoji="0" lang="it-IT"/>
              <a:t>Secondo livello</a:t>
            </a:r>
          </a:p>
          <a:p>
            <a:pPr lvl="2" eaLnBrk="1" latinLnBrk="0" hangingPunct="1"/>
            <a:r>
              <a:rPr kumimoji="0" lang="it-IT"/>
              <a:t>Terzo livello</a:t>
            </a:r>
          </a:p>
          <a:p>
            <a:pPr lvl="3" eaLnBrk="1" latinLnBrk="0" hangingPunct="1"/>
            <a:r>
              <a:rPr kumimoji="0" lang="it-IT"/>
              <a:t>Quarto livello</a:t>
            </a:r>
          </a:p>
          <a:p>
            <a:pPr lvl="4" eaLnBrk="1" latinLnBrk="0" hangingPunct="1"/>
            <a:r>
              <a:rPr kumimoji="0" lang="it-IT"/>
              <a:t>Quinto livello</a:t>
            </a:r>
            <a:endParaRPr kumimoji="0" lang="en-US"/>
          </a:p>
        </p:txBody>
      </p:sp>
      <p:sp>
        <p:nvSpPr>
          <p:cNvPr id="10" name="Segnaposto data 9"/>
          <p:cNvSpPr>
            <a:spLocks noGrp="1"/>
          </p:cNvSpPr>
          <p:nvPr>
            <p:ph type="dt" sz="half" idx="2"/>
          </p:nvPr>
        </p:nvSpPr>
        <p:spPr>
          <a:xfrm>
            <a:off x="6727032" y="6407944"/>
            <a:ext cx="1920240" cy="365760"/>
          </a:xfrm>
          <a:prstGeom prst="rect">
            <a:avLst/>
          </a:prstGeom>
        </p:spPr>
        <p:txBody>
          <a:bodyPr vert="horz" anchor="b"/>
          <a:lstStyle>
            <a:lvl1pPr algn="l" eaLnBrk="1" latinLnBrk="0" hangingPunct="1">
              <a:defRPr kumimoji="0" sz="1000">
                <a:solidFill>
                  <a:schemeClr val="tx1"/>
                </a:solidFill>
              </a:defRPr>
            </a:lvl1pPr>
            <a:extLst/>
          </a:lstStyle>
          <a:p>
            <a:fld id="{ED7D3210-A7A2-4A8A-A724-706A26CF2866}" type="datetimeFigureOut">
              <a:rPr lang="it-IT" smtClean="0"/>
              <a:t>09/10/2019</a:t>
            </a:fld>
            <a:endParaRPr lang="it-IT"/>
          </a:p>
        </p:txBody>
      </p:sp>
      <p:sp>
        <p:nvSpPr>
          <p:cNvPr id="22" name="Segnaposto piè di pagina 21"/>
          <p:cNvSpPr>
            <a:spLocks noGrp="1"/>
          </p:cNvSpPr>
          <p:nvPr>
            <p:ph type="ftr" sz="quarter" idx="3"/>
          </p:nvPr>
        </p:nvSpPr>
        <p:spPr>
          <a:xfrm>
            <a:off x="4380072" y="6407944"/>
            <a:ext cx="2350681" cy="365125"/>
          </a:xfrm>
          <a:prstGeom prst="rect">
            <a:avLst/>
          </a:prstGeom>
        </p:spPr>
        <p:txBody>
          <a:bodyPr vert="horz" anchor="b"/>
          <a:lstStyle>
            <a:lvl1pPr algn="r" eaLnBrk="1" latinLnBrk="0" hangingPunct="1">
              <a:defRPr kumimoji="0" sz="1000">
                <a:solidFill>
                  <a:schemeClr val="tx1"/>
                </a:solidFill>
              </a:defRPr>
            </a:lvl1pPr>
            <a:extLst/>
          </a:lstStyle>
          <a:p>
            <a:endParaRPr lang="it-IT"/>
          </a:p>
        </p:txBody>
      </p:sp>
      <p:sp>
        <p:nvSpPr>
          <p:cNvPr id="18" name="Segnaposto numero diapositiva 17"/>
          <p:cNvSpPr>
            <a:spLocks noGrp="1"/>
          </p:cNvSpPr>
          <p:nvPr>
            <p:ph type="sldNum" sz="quarter" idx="4"/>
          </p:nvPr>
        </p:nvSpPr>
        <p:spPr>
          <a:xfrm>
            <a:off x="8647272" y="6407944"/>
            <a:ext cx="365760" cy="365125"/>
          </a:xfrm>
          <a:prstGeom prst="rect">
            <a:avLst/>
          </a:prstGeom>
        </p:spPr>
        <p:txBody>
          <a:bodyPr vert="horz" anchor="b"/>
          <a:lstStyle>
            <a:lvl1pPr algn="r" eaLnBrk="1" latinLnBrk="0" hangingPunct="1">
              <a:defRPr kumimoji="0" sz="1000" b="0">
                <a:solidFill>
                  <a:schemeClr val="tx1"/>
                </a:solidFill>
              </a:defRPr>
            </a:lvl1pPr>
            <a:extLst/>
          </a:lstStyle>
          <a:p>
            <a:fld id="{BF474CF6-3F21-4FB6-827D-DBCD05C90274}" type="slidenum">
              <a:rPr lang="it-IT" smtClean="0"/>
              <a:t>‹N›</a:t>
            </a:fld>
            <a:endParaRPr lang="it-IT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rtl="0" eaLnBrk="1" latinLnBrk="0" hangingPunct="1">
        <a:spcBef>
          <a:spcPct val="0"/>
        </a:spcBef>
        <a:buNone/>
        <a:defRPr kumimoji="0" sz="4100" b="1" kern="1200">
          <a:solidFill>
            <a:schemeClr val="tx2"/>
          </a:solidFill>
          <a:effectLst>
            <a:outerShdw blurRad="31750" dist="25400" dir="540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extLst/>
    </p:titleStyle>
    <p:bodyStyle>
      <a:lvl1pPr marL="365760" indent="-256032" algn="l" rtl="0" eaLnBrk="1" latinLnBrk="0" hangingPunct="1">
        <a:spcBef>
          <a:spcPts val="400"/>
        </a:spcBef>
        <a:spcAft>
          <a:spcPts val="0"/>
        </a:spcAft>
        <a:buClr>
          <a:schemeClr val="accent1"/>
        </a:buClr>
        <a:buSzPct val="68000"/>
        <a:buFont typeface="Wingdings 3"/>
        <a:buChar char=""/>
        <a:defRPr kumimoji="0" sz="2700" kern="1200">
          <a:solidFill>
            <a:schemeClr val="tx1"/>
          </a:solidFill>
          <a:latin typeface="+mn-lt"/>
          <a:ea typeface="+mn-ea"/>
          <a:cs typeface="+mn-cs"/>
        </a:defRPr>
      </a:lvl1pPr>
      <a:lvl2pPr marL="621792" indent="-228600" algn="l" rtl="0" eaLnBrk="1" latinLnBrk="0" hangingPunct="1">
        <a:spcBef>
          <a:spcPts val="324"/>
        </a:spcBef>
        <a:buClr>
          <a:schemeClr val="accent1"/>
        </a:buClr>
        <a:buFont typeface="Verdana"/>
        <a:buChar char="◦"/>
        <a:defRPr kumimoji="0" sz="2300" kern="1200">
          <a:solidFill>
            <a:schemeClr val="tx1"/>
          </a:solidFill>
          <a:latin typeface="+mn-lt"/>
          <a:ea typeface="+mn-ea"/>
          <a:cs typeface="+mn-cs"/>
        </a:defRPr>
      </a:lvl2pPr>
      <a:lvl3pPr marL="859536" indent="-228600" algn="l" rtl="0" eaLnBrk="1" latinLnBrk="0" hangingPunct="1">
        <a:spcBef>
          <a:spcPts val="350"/>
        </a:spcBef>
        <a:buClr>
          <a:schemeClr val="accent2"/>
        </a:buClr>
        <a:buSzPct val="100000"/>
        <a:buFont typeface="Wingdings 2"/>
        <a:buChar char=""/>
        <a:defRPr kumimoji="0"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143000" indent="-228600" algn="l" rtl="0" eaLnBrk="1" latinLnBrk="0" hangingPunct="1">
        <a:spcBef>
          <a:spcPts val="350"/>
        </a:spcBef>
        <a:buClr>
          <a:schemeClr val="accent2"/>
        </a:buClr>
        <a:buFont typeface="Wingdings 2"/>
        <a:buChar char=""/>
        <a:defRPr kumimoji="0" sz="19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-228600" algn="l" rtl="0" eaLnBrk="1" latinLnBrk="0" hangingPunct="1">
        <a:spcBef>
          <a:spcPts val="350"/>
        </a:spcBef>
        <a:buClr>
          <a:schemeClr val="accent2"/>
        </a:buClr>
        <a:buFont typeface="Wingdings 2"/>
        <a:buChar char="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1600200" indent="-228600" algn="l" rtl="0" eaLnBrk="1" latinLnBrk="0" hangingPunct="1">
        <a:spcBef>
          <a:spcPts val="350"/>
        </a:spcBef>
        <a:buClr>
          <a:schemeClr val="accent3"/>
        </a:buClr>
        <a:buFont typeface="Wingdings 2"/>
        <a:buChar char="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00" indent="-228600" algn="l" rtl="0" eaLnBrk="1" latinLnBrk="0" hangingPunct="1">
        <a:spcBef>
          <a:spcPts val="350"/>
        </a:spcBef>
        <a:buClr>
          <a:schemeClr val="accent3"/>
        </a:buClr>
        <a:buFont typeface="Wingdings 2"/>
        <a:buChar char="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057400" indent="-228600" algn="l" rtl="0" eaLnBrk="1" latinLnBrk="0" hangingPunct="1">
        <a:spcBef>
          <a:spcPts val="350"/>
        </a:spcBef>
        <a:buClr>
          <a:schemeClr val="accent3"/>
        </a:buClr>
        <a:buFont typeface="Wingdings 2"/>
        <a:buChar char="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286000" indent="-228600" algn="l" rtl="0" eaLnBrk="1" latinLnBrk="0" hangingPunct="1">
        <a:spcBef>
          <a:spcPts val="350"/>
        </a:spcBef>
        <a:buClr>
          <a:schemeClr val="accent3"/>
        </a:buClr>
        <a:buFont typeface="Wingdings 2"/>
        <a:buChar char=""/>
        <a:defRPr kumimoji="0" sz="1600" kern="1200" baseline="0">
          <a:solidFill>
            <a:schemeClr val="tx1"/>
          </a:solidFill>
          <a:latin typeface="+mn-lt"/>
          <a:ea typeface="+mn-ea"/>
          <a:cs typeface="+mn-cs"/>
        </a:defRPr>
      </a:lvl9pPr>
      <a:extLst/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  <a:extLst/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s://data.boston.gov/dataset/crime-incident-reports-august-2015-to-date-source-new-system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ctrTitle"/>
          </p:nvPr>
        </p:nvSpPr>
        <p:spPr>
          <a:xfrm>
            <a:off x="539552" y="1890966"/>
            <a:ext cx="7932498" cy="1871811"/>
          </a:xfrm>
        </p:spPr>
        <p:txBody>
          <a:bodyPr>
            <a:normAutofit fontScale="90000"/>
          </a:bodyPr>
          <a:lstStyle/>
          <a:p>
            <a:pPr algn="ctr"/>
            <a:r>
              <a:rPr lang="it-IT" sz="3600" dirty="0"/>
              <a:t>Identificazione di eventi spazio-temporali associati: studio e implementazione su dataset di crimini</a:t>
            </a:r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29E5C38D-810E-47E8-939E-98A514F753B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9592" y="292017"/>
            <a:ext cx="1008112" cy="988061"/>
          </a:xfrm>
          <a:prstGeom prst="rect">
            <a:avLst/>
          </a:prstGeom>
        </p:spPr>
      </p:pic>
      <p:sp>
        <p:nvSpPr>
          <p:cNvPr id="4" name="CasellaDiTesto 3">
            <a:extLst>
              <a:ext uri="{FF2B5EF4-FFF2-40B4-BE49-F238E27FC236}">
                <a16:creationId xmlns:a16="http://schemas.microsoft.com/office/drawing/2014/main" id="{C80FCA91-9875-44F3-9180-8489EFF4E487}"/>
              </a:ext>
            </a:extLst>
          </p:cNvPr>
          <p:cNvSpPr txBox="1"/>
          <p:nvPr/>
        </p:nvSpPr>
        <p:spPr>
          <a:xfrm>
            <a:off x="2076238" y="292017"/>
            <a:ext cx="612068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/>
              <a:t>Università</a:t>
            </a:r>
            <a:r>
              <a:rPr lang="en-US" sz="1600" dirty="0"/>
              <a:t> </a:t>
            </a:r>
            <a:r>
              <a:rPr lang="en-US" sz="1600" dirty="0" err="1"/>
              <a:t>degli</a:t>
            </a:r>
            <a:r>
              <a:rPr lang="en-US" sz="1600" dirty="0"/>
              <a:t> </a:t>
            </a:r>
            <a:r>
              <a:rPr lang="en-US" sz="1600" dirty="0" err="1"/>
              <a:t>studi</a:t>
            </a:r>
            <a:r>
              <a:rPr lang="en-US" sz="1600" dirty="0"/>
              <a:t> di Milano Bicocca</a:t>
            </a:r>
          </a:p>
          <a:p>
            <a:r>
              <a:rPr lang="en-US" sz="1600" b="1" dirty="0" err="1"/>
              <a:t>Scuola</a:t>
            </a:r>
            <a:r>
              <a:rPr lang="en-US" sz="1600" b="1" dirty="0"/>
              <a:t> di </a:t>
            </a:r>
            <a:r>
              <a:rPr lang="en-US" sz="1600" b="1" dirty="0" err="1"/>
              <a:t>Scienze</a:t>
            </a:r>
            <a:endParaRPr lang="en-US" sz="1600" b="1" dirty="0"/>
          </a:p>
          <a:p>
            <a:r>
              <a:rPr lang="en-US" sz="1600" b="1" dirty="0" err="1"/>
              <a:t>Dipartimento</a:t>
            </a:r>
            <a:r>
              <a:rPr lang="en-US" sz="1600" b="1" dirty="0"/>
              <a:t> di </a:t>
            </a:r>
            <a:r>
              <a:rPr lang="it-IT" sz="1600" b="1" dirty="0"/>
              <a:t>Informatica</a:t>
            </a:r>
            <a:r>
              <a:rPr lang="en-US" sz="1600" b="1" dirty="0"/>
              <a:t>, </a:t>
            </a:r>
            <a:r>
              <a:rPr lang="en-US" sz="1600" b="1" dirty="0" err="1"/>
              <a:t>Sistemistica</a:t>
            </a:r>
            <a:r>
              <a:rPr lang="en-US" sz="1600" b="1" dirty="0"/>
              <a:t> e </a:t>
            </a:r>
            <a:r>
              <a:rPr lang="en-US" sz="1600" b="1" dirty="0" err="1"/>
              <a:t>Comunicazione</a:t>
            </a:r>
            <a:endParaRPr lang="en-US" sz="1600" b="1" dirty="0"/>
          </a:p>
          <a:p>
            <a:r>
              <a:rPr lang="en-US" sz="1600" b="1" dirty="0"/>
              <a:t>Corso di </a:t>
            </a:r>
            <a:r>
              <a:rPr lang="en-US" sz="1600" b="1" dirty="0" err="1"/>
              <a:t>laurea</a:t>
            </a:r>
            <a:r>
              <a:rPr lang="en-US" sz="1600" b="1" dirty="0"/>
              <a:t> in Informatica</a:t>
            </a:r>
            <a:endParaRPr lang="it-IT" sz="1600" b="1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8D3F04D9-BC20-475A-9212-643CBA668B28}"/>
              </a:ext>
            </a:extLst>
          </p:cNvPr>
          <p:cNvSpPr txBox="1"/>
          <p:nvPr/>
        </p:nvSpPr>
        <p:spPr>
          <a:xfrm>
            <a:off x="42817" y="5301208"/>
            <a:ext cx="450956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err="1">
                <a:solidFill>
                  <a:schemeClr val="bg1"/>
                </a:solidFill>
              </a:rPr>
              <a:t>Relatore</a:t>
            </a:r>
            <a:r>
              <a:rPr lang="en-US" sz="2000" dirty="0">
                <a:solidFill>
                  <a:schemeClr val="bg1"/>
                </a:solidFill>
              </a:rPr>
              <a:t>: </a:t>
            </a:r>
            <a:r>
              <a:rPr lang="en-US" sz="2000" b="1" dirty="0">
                <a:solidFill>
                  <a:schemeClr val="bg1"/>
                </a:solidFill>
              </a:rPr>
              <a:t>Prof. Fabio Antonio Stella</a:t>
            </a:r>
          </a:p>
          <a:p>
            <a:r>
              <a:rPr lang="en-US" sz="2000" dirty="0" err="1">
                <a:solidFill>
                  <a:schemeClr val="bg1"/>
                </a:solidFill>
              </a:rPr>
              <a:t>Corelatore</a:t>
            </a:r>
            <a:r>
              <a:rPr lang="en-US" sz="2000" dirty="0">
                <a:solidFill>
                  <a:schemeClr val="bg1"/>
                </a:solidFill>
              </a:rPr>
              <a:t>: </a:t>
            </a:r>
            <a:r>
              <a:rPr lang="en-US" sz="2000" b="1" dirty="0" err="1">
                <a:solidFill>
                  <a:schemeClr val="bg1"/>
                </a:solidFill>
              </a:rPr>
              <a:t>Dott.ssa</a:t>
            </a:r>
            <a:r>
              <a:rPr lang="en-US" sz="2000" b="1" dirty="0">
                <a:solidFill>
                  <a:schemeClr val="bg1"/>
                </a:solidFill>
              </a:rPr>
              <a:t> Paola Chiesa</a:t>
            </a:r>
            <a:endParaRPr lang="it-IT" sz="2000" b="1" dirty="0">
              <a:solidFill>
                <a:schemeClr val="bg1"/>
              </a:solidFill>
            </a:endParaRP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76FF2545-EA2C-4AB7-8D34-E3E845BAFEA7}"/>
              </a:ext>
            </a:extLst>
          </p:cNvPr>
          <p:cNvSpPr txBox="1"/>
          <p:nvPr/>
        </p:nvSpPr>
        <p:spPr>
          <a:xfrm>
            <a:off x="5220072" y="5734986"/>
            <a:ext cx="404195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>
                <a:solidFill>
                  <a:schemeClr val="bg1"/>
                </a:solidFill>
              </a:rPr>
              <a:t>Relazione</a:t>
            </a:r>
            <a:r>
              <a:rPr lang="en-US" sz="2000" dirty="0">
                <a:solidFill>
                  <a:schemeClr val="bg1"/>
                </a:solidFill>
              </a:rPr>
              <a:t> </a:t>
            </a:r>
            <a:r>
              <a:rPr lang="en-US" sz="2000" dirty="0" err="1">
                <a:solidFill>
                  <a:schemeClr val="bg1"/>
                </a:solidFill>
              </a:rPr>
              <a:t>della</a:t>
            </a:r>
            <a:r>
              <a:rPr lang="en-US" sz="2000" dirty="0">
                <a:solidFill>
                  <a:schemeClr val="bg1"/>
                </a:solidFill>
              </a:rPr>
              <a:t> </a:t>
            </a:r>
            <a:r>
              <a:rPr lang="en-US" sz="2000" dirty="0" err="1">
                <a:solidFill>
                  <a:schemeClr val="bg1"/>
                </a:solidFill>
              </a:rPr>
              <a:t>prova</a:t>
            </a:r>
            <a:r>
              <a:rPr lang="en-US" sz="2000" dirty="0">
                <a:solidFill>
                  <a:schemeClr val="bg1"/>
                </a:solidFill>
              </a:rPr>
              <a:t> finale di:</a:t>
            </a:r>
          </a:p>
          <a:p>
            <a:r>
              <a:rPr lang="en-US" sz="2000" b="1" dirty="0">
                <a:solidFill>
                  <a:schemeClr val="bg1"/>
                </a:solidFill>
              </a:rPr>
              <a:t>Federico Luzzi</a:t>
            </a:r>
          </a:p>
          <a:p>
            <a:r>
              <a:rPr lang="en-US" sz="2000" dirty="0" err="1">
                <a:solidFill>
                  <a:schemeClr val="bg1"/>
                </a:solidFill>
              </a:rPr>
              <a:t>Matricola</a:t>
            </a:r>
            <a:r>
              <a:rPr lang="en-US" sz="2000" dirty="0">
                <a:solidFill>
                  <a:schemeClr val="bg1"/>
                </a:solidFill>
              </a:rPr>
              <a:t>: </a:t>
            </a:r>
            <a:r>
              <a:rPr lang="en-US" sz="2000" b="1" dirty="0">
                <a:solidFill>
                  <a:schemeClr val="bg1"/>
                </a:solidFill>
              </a:rPr>
              <a:t>816753</a:t>
            </a:r>
            <a:endParaRPr lang="it-IT" sz="2000" b="1" dirty="0">
              <a:solidFill>
                <a:schemeClr val="bg1"/>
              </a:solidFill>
            </a:endParaRPr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286122DA-1238-43E5-B5E1-DEEF3B3B2B78}"/>
              </a:ext>
            </a:extLst>
          </p:cNvPr>
          <p:cNvSpPr txBox="1"/>
          <p:nvPr/>
        </p:nvSpPr>
        <p:spPr>
          <a:xfrm>
            <a:off x="543907" y="6381317"/>
            <a:ext cx="37834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Anno </a:t>
            </a:r>
            <a:r>
              <a:rPr lang="en-US" dirty="0" err="1">
                <a:solidFill>
                  <a:schemeClr val="bg1"/>
                </a:solidFill>
              </a:rPr>
              <a:t>Accademico</a:t>
            </a:r>
            <a:r>
              <a:rPr lang="en-US" dirty="0">
                <a:solidFill>
                  <a:schemeClr val="bg1"/>
                </a:solidFill>
              </a:rPr>
              <a:t>: </a:t>
            </a:r>
            <a:r>
              <a:rPr lang="en-US" b="1" dirty="0">
                <a:solidFill>
                  <a:schemeClr val="bg1"/>
                </a:solidFill>
              </a:rPr>
              <a:t>2018 - 2019</a:t>
            </a:r>
            <a:endParaRPr lang="it-IT" b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contenuto 1">
            <a:extLst>
              <a:ext uri="{FF2B5EF4-FFF2-40B4-BE49-F238E27FC236}">
                <a16:creationId xmlns:a16="http://schemas.microsoft.com/office/drawing/2014/main" id="{D74B050E-D832-48DB-9512-8E6BE496C7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0943" y="2222025"/>
            <a:ext cx="8229600" cy="1054160"/>
          </a:xfrm>
        </p:spPr>
        <p:txBody>
          <a:bodyPr>
            <a:normAutofit/>
          </a:bodyPr>
          <a:lstStyle/>
          <a:p>
            <a:pPr marL="109728" indent="0">
              <a:buNone/>
            </a:pPr>
            <a:endParaRPr lang="de-DE" sz="1800" b="1" dirty="0"/>
          </a:p>
          <a:p>
            <a:r>
              <a:rPr lang="de-DE" sz="1800" dirty="0" err="1"/>
              <a:t>L‘algoritmo</a:t>
            </a:r>
            <a:r>
              <a:rPr lang="de-DE" sz="1800" dirty="0"/>
              <a:t> </a:t>
            </a:r>
            <a:r>
              <a:rPr lang="de-DE" sz="1800" dirty="0" err="1"/>
              <a:t>preso</a:t>
            </a:r>
            <a:r>
              <a:rPr lang="de-DE" sz="1800" dirty="0"/>
              <a:t> in </a:t>
            </a:r>
            <a:r>
              <a:rPr lang="de-DE" sz="1800" dirty="0" err="1"/>
              <a:t>esame</a:t>
            </a:r>
            <a:r>
              <a:rPr lang="de-DE" sz="1800" dirty="0"/>
              <a:t>: </a:t>
            </a:r>
            <a:r>
              <a:rPr lang="de-DE" sz="1800" b="1" dirty="0" err="1"/>
              <a:t>Spatio</a:t>
            </a:r>
            <a:r>
              <a:rPr lang="de-DE" sz="1800" b="1" dirty="0"/>
              <a:t>-temporal </a:t>
            </a:r>
            <a:r>
              <a:rPr lang="de-DE" sz="1800" b="1" dirty="0" err="1"/>
              <a:t>Breadth</a:t>
            </a:r>
            <a:r>
              <a:rPr lang="de-DE" sz="1800" b="1" dirty="0"/>
              <a:t>-first Miner (STBFM)</a:t>
            </a:r>
            <a:endParaRPr lang="en-US" sz="1800" dirty="0"/>
          </a:p>
          <a:p>
            <a:pPr marL="109728" indent="0">
              <a:buNone/>
            </a:pPr>
            <a:endParaRPr lang="de-DE" sz="1800" dirty="0"/>
          </a:p>
        </p:txBody>
      </p:sp>
      <p:sp>
        <p:nvSpPr>
          <p:cNvPr id="3" name="Titolo 2">
            <a:extLst>
              <a:ext uri="{FF2B5EF4-FFF2-40B4-BE49-F238E27FC236}">
                <a16:creationId xmlns:a16="http://schemas.microsoft.com/office/drawing/2014/main" id="{0FC337B4-8827-4368-BBE3-7CA55A9E98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Paper e Dataset </a:t>
            </a:r>
            <a:r>
              <a:rPr lang="en-US" dirty="0" err="1"/>
              <a:t>utilizzato</a:t>
            </a:r>
            <a:endParaRPr lang="it-IT" dirty="0"/>
          </a:p>
        </p:txBody>
      </p:sp>
      <p:sp>
        <p:nvSpPr>
          <p:cNvPr id="4" name="Segnaposto contenuto 1">
            <a:extLst>
              <a:ext uri="{FF2B5EF4-FFF2-40B4-BE49-F238E27FC236}">
                <a16:creationId xmlns:a16="http://schemas.microsoft.com/office/drawing/2014/main" id="{EEB2E799-03C8-4615-85DA-821461ED4038}"/>
              </a:ext>
            </a:extLst>
          </p:cNvPr>
          <p:cNvSpPr txBox="1">
            <a:spLocks/>
          </p:cNvSpPr>
          <p:nvPr/>
        </p:nvSpPr>
        <p:spPr>
          <a:xfrm>
            <a:off x="2474145" y="4278603"/>
            <a:ext cx="6840760" cy="1670755"/>
          </a:xfrm>
          <a:prstGeom prst="rect">
            <a:avLst/>
          </a:prstGeom>
        </p:spPr>
        <p:txBody>
          <a:bodyPr vert="horz">
            <a:normAutofit/>
          </a:bodyPr>
          <a:lstStyle>
            <a:lvl1pPr marL="365760" indent="-256032" algn="l" rtl="0" eaLnBrk="1" latinLnBrk="0" hangingPunct="1"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ct val="68000"/>
              <a:buFont typeface="Wingdings 3"/>
              <a:buChar char=""/>
              <a:defRPr kumimoji="0"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1792" indent="-228600" algn="l" rtl="0" eaLnBrk="1" latinLnBrk="0" hangingPunct="1">
              <a:spcBef>
                <a:spcPts val="324"/>
              </a:spcBef>
              <a:buClr>
                <a:schemeClr val="accent1"/>
              </a:buClr>
              <a:buFont typeface="Verdana"/>
              <a:buChar char="◦"/>
              <a:defRPr kumimoji="0"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9536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SzPct val="100000"/>
              <a:buFont typeface="Wingdings 2"/>
              <a:buChar char=""/>
              <a:defRPr kumimoji="0"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143000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Font typeface="Wingdings 2"/>
              <a:buChar char=""/>
              <a:defRPr kumimoji="0"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Font typeface="Wingdings 2"/>
              <a:buChar char="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002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574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2860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  <a:extLst/>
          </a:lstStyle>
          <a:p>
            <a:pPr marL="109728" indent="0">
              <a:buNone/>
            </a:pPr>
            <a:r>
              <a:rPr lang="en-US" sz="1800" dirty="0"/>
              <a:t>I record </a:t>
            </a:r>
            <a:r>
              <a:rPr lang="en-US" sz="1800" dirty="0" err="1"/>
              <a:t>rispettano</a:t>
            </a:r>
            <a:r>
              <a:rPr lang="en-US" sz="1800" dirty="0"/>
              <a:t> le </a:t>
            </a:r>
            <a:r>
              <a:rPr lang="en-US" sz="1800" dirty="0" err="1"/>
              <a:t>seguenti</a:t>
            </a:r>
            <a:r>
              <a:rPr lang="en-US" sz="1800" dirty="0"/>
              <a:t> </a:t>
            </a:r>
            <a:r>
              <a:rPr lang="en-US" sz="1800" dirty="0" err="1"/>
              <a:t>caratteristiche</a:t>
            </a:r>
            <a:r>
              <a:rPr lang="en-US" sz="1800" dirty="0"/>
              <a:t>:</a:t>
            </a:r>
          </a:p>
          <a:p>
            <a:pPr marL="452628" indent="-342900">
              <a:buFont typeface="+mj-lt"/>
              <a:buAutoNum type="arabicPeriod"/>
            </a:pPr>
            <a:r>
              <a:rPr lang="de-DE" sz="1800" dirty="0" err="1"/>
              <a:t>Chiave</a:t>
            </a:r>
            <a:r>
              <a:rPr lang="de-DE" sz="1800" dirty="0"/>
              <a:t> ID </a:t>
            </a:r>
            <a:r>
              <a:rPr lang="de-DE" sz="1800" dirty="0" err="1"/>
              <a:t>unica</a:t>
            </a:r>
            <a:endParaRPr lang="de-DE" sz="1800" dirty="0"/>
          </a:p>
          <a:p>
            <a:pPr marL="452628" indent="-342900">
              <a:buFont typeface="+mj-lt"/>
              <a:buAutoNum type="arabicPeriod"/>
            </a:pPr>
            <a:r>
              <a:rPr lang="de-DE" sz="1800" dirty="0"/>
              <a:t>Location </a:t>
            </a:r>
            <a:r>
              <a:rPr lang="de-DE" sz="1800" dirty="0" err="1"/>
              <a:t>spaziale</a:t>
            </a:r>
            <a:r>
              <a:rPr lang="de-DE" sz="1800" dirty="0"/>
              <a:t> (</a:t>
            </a:r>
            <a:r>
              <a:rPr lang="de-DE" sz="1800" dirty="0" err="1"/>
              <a:t>latitudine</a:t>
            </a:r>
            <a:r>
              <a:rPr lang="de-DE" sz="1800" dirty="0"/>
              <a:t>, </a:t>
            </a:r>
            <a:r>
              <a:rPr lang="de-DE" sz="1800" dirty="0" err="1"/>
              <a:t>longitudine</a:t>
            </a:r>
            <a:r>
              <a:rPr lang="de-DE" sz="1800" dirty="0"/>
              <a:t>)</a:t>
            </a:r>
          </a:p>
          <a:p>
            <a:pPr marL="452628" indent="-342900">
              <a:buFont typeface="+mj-lt"/>
              <a:buAutoNum type="arabicPeriod"/>
            </a:pPr>
            <a:r>
              <a:rPr lang="de-DE" sz="1800" dirty="0" err="1"/>
              <a:t>Istante</a:t>
            </a:r>
            <a:r>
              <a:rPr lang="de-DE" sz="1800" dirty="0"/>
              <a:t> temporale </a:t>
            </a:r>
            <a:r>
              <a:rPr lang="de-DE" sz="1800" dirty="0" err="1"/>
              <a:t>preciso</a:t>
            </a:r>
            <a:r>
              <a:rPr lang="de-DE" sz="1800" dirty="0"/>
              <a:t> (</a:t>
            </a:r>
            <a:r>
              <a:rPr lang="de-DE" sz="1800" dirty="0" err="1"/>
              <a:t>data</a:t>
            </a:r>
            <a:r>
              <a:rPr lang="de-DE" sz="1800" dirty="0"/>
              <a:t>, </a:t>
            </a:r>
            <a:r>
              <a:rPr lang="de-DE" sz="1800" dirty="0" err="1"/>
              <a:t>ora</a:t>
            </a:r>
            <a:r>
              <a:rPr lang="de-DE" sz="1800" dirty="0"/>
              <a:t>, </a:t>
            </a:r>
            <a:r>
              <a:rPr lang="de-DE" sz="1800" dirty="0" err="1"/>
              <a:t>minuto</a:t>
            </a:r>
            <a:r>
              <a:rPr lang="de-DE" sz="1800" dirty="0"/>
              <a:t>)</a:t>
            </a:r>
          </a:p>
          <a:p>
            <a:pPr marL="452628" indent="-342900">
              <a:buFont typeface="+mj-lt"/>
              <a:buAutoNum type="arabicPeriod"/>
            </a:pPr>
            <a:r>
              <a:rPr lang="de-DE" sz="1800" dirty="0" err="1"/>
              <a:t>Tipologia</a:t>
            </a:r>
            <a:r>
              <a:rPr lang="de-DE" sz="1800" dirty="0"/>
              <a:t> di </a:t>
            </a:r>
            <a:r>
              <a:rPr lang="de-DE" sz="1800" dirty="0" err="1"/>
              <a:t>evento</a:t>
            </a:r>
            <a:r>
              <a:rPr lang="de-DE" sz="1800" dirty="0"/>
              <a:t> (</a:t>
            </a:r>
            <a:r>
              <a:rPr lang="de-DE" sz="1800" dirty="0" err="1"/>
              <a:t>aggressione</a:t>
            </a:r>
            <a:r>
              <a:rPr lang="de-DE" sz="1800" dirty="0"/>
              <a:t>, </a:t>
            </a:r>
            <a:r>
              <a:rPr lang="de-DE" sz="1800" dirty="0" err="1"/>
              <a:t>furto</a:t>
            </a:r>
            <a:r>
              <a:rPr lang="de-DE" sz="1800" dirty="0"/>
              <a:t>, </a:t>
            </a:r>
            <a:r>
              <a:rPr lang="de-DE" sz="1800" dirty="0" err="1"/>
              <a:t>omicidio</a:t>
            </a:r>
            <a:r>
              <a:rPr lang="de-DE" sz="1800" dirty="0"/>
              <a:t>)</a:t>
            </a:r>
          </a:p>
        </p:txBody>
      </p:sp>
      <p:sp>
        <p:nvSpPr>
          <p:cNvPr id="5" name="Segnaposto contenuto 1">
            <a:extLst>
              <a:ext uri="{FF2B5EF4-FFF2-40B4-BE49-F238E27FC236}">
                <a16:creationId xmlns:a16="http://schemas.microsoft.com/office/drawing/2014/main" id="{068F6011-1833-4DEE-B98F-F9AB2BEDA402}"/>
              </a:ext>
            </a:extLst>
          </p:cNvPr>
          <p:cNvSpPr txBox="1">
            <a:spLocks/>
          </p:cNvSpPr>
          <p:nvPr/>
        </p:nvSpPr>
        <p:spPr>
          <a:xfrm>
            <a:off x="611560" y="1483874"/>
            <a:ext cx="8229600" cy="936104"/>
          </a:xfrm>
          <a:prstGeom prst="rect">
            <a:avLst/>
          </a:prstGeom>
        </p:spPr>
        <p:txBody>
          <a:bodyPr vert="horz">
            <a:normAutofit/>
          </a:bodyPr>
          <a:lstStyle>
            <a:lvl1pPr marL="365760" indent="-256032" algn="l" rtl="0" eaLnBrk="1" latinLnBrk="0" hangingPunct="1"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ct val="68000"/>
              <a:buFont typeface="Wingdings 3"/>
              <a:buChar char=""/>
              <a:defRPr kumimoji="0"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1792" indent="-228600" algn="l" rtl="0" eaLnBrk="1" latinLnBrk="0" hangingPunct="1">
              <a:spcBef>
                <a:spcPts val="324"/>
              </a:spcBef>
              <a:buClr>
                <a:schemeClr val="accent1"/>
              </a:buClr>
              <a:buFont typeface="Verdana"/>
              <a:buChar char="◦"/>
              <a:defRPr kumimoji="0"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9536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SzPct val="100000"/>
              <a:buFont typeface="Wingdings 2"/>
              <a:buChar char=""/>
              <a:defRPr kumimoji="0"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143000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Font typeface="Wingdings 2"/>
              <a:buChar char=""/>
              <a:defRPr kumimoji="0"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Font typeface="Wingdings 2"/>
              <a:buChar char="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002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574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2860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  <a:extLst/>
          </a:lstStyle>
          <a:p>
            <a:r>
              <a:rPr lang="en-US" sz="1800" dirty="0"/>
              <a:t>Il </a:t>
            </a:r>
            <a:r>
              <a:rPr lang="en-US" sz="1800" dirty="0" err="1"/>
              <a:t>lavoro</a:t>
            </a:r>
            <a:r>
              <a:rPr lang="en-US" sz="1800" dirty="0"/>
              <a:t> </a:t>
            </a:r>
            <a:r>
              <a:rPr lang="en-US" sz="1800" dirty="0" err="1"/>
              <a:t>svolto</a:t>
            </a:r>
            <a:r>
              <a:rPr lang="en-US" sz="1800" dirty="0"/>
              <a:t> </a:t>
            </a:r>
            <a:r>
              <a:rPr lang="en-US" sz="1800" dirty="0" err="1"/>
              <a:t>si</a:t>
            </a:r>
            <a:r>
              <a:rPr lang="en-US" sz="1800" dirty="0"/>
              <a:t> </a:t>
            </a:r>
            <a:r>
              <a:rPr lang="en-US" sz="1800" dirty="0" err="1"/>
              <a:t>basa</a:t>
            </a:r>
            <a:r>
              <a:rPr lang="en-US" sz="1800" dirty="0"/>
              <a:t> sul paper:</a:t>
            </a:r>
            <a:r>
              <a:rPr lang="it-IT" sz="1800" dirty="0"/>
              <a:t> </a:t>
            </a:r>
            <a:r>
              <a:rPr lang="it-IT" sz="1800" b="1" dirty="0"/>
              <a:t>A </a:t>
            </a:r>
            <a:r>
              <a:rPr lang="it-IT" sz="1800" b="1" dirty="0" err="1"/>
              <a:t>Novel</a:t>
            </a:r>
            <a:r>
              <a:rPr lang="it-IT" sz="1800" b="1" dirty="0"/>
              <a:t> </a:t>
            </a:r>
            <a:r>
              <a:rPr lang="it-IT" sz="1800" b="1" dirty="0" err="1"/>
              <a:t>Breadth</a:t>
            </a:r>
            <a:r>
              <a:rPr lang="it-IT" sz="1800" b="1" dirty="0"/>
              <a:t>-first Strategy </a:t>
            </a:r>
            <a:r>
              <a:rPr lang="it-IT" sz="1800" b="1" dirty="0" err="1"/>
              <a:t>Algorithm</a:t>
            </a:r>
            <a:r>
              <a:rPr lang="it-IT" sz="1800" b="1" dirty="0"/>
              <a:t> for </a:t>
            </a:r>
            <a:r>
              <a:rPr lang="it-IT" sz="1800" b="1" dirty="0" err="1"/>
              <a:t>Dscovering</a:t>
            </a:r>
            <a:r>
              <a:rPr lang="it-IT" sz="1800" b="1" dirty="0"/>
              <a:t> </a:t>
            </a:r>
            <a:r>
              <a:rPr lang="it-IT" sz="1800" b="1" dirty="0" err="1"/>
              <a:t>Sequential</a:t>
            </a:r>
            <a:r>
              <a:rPr lang="it-IT" sz="1800" b="1" dirty="0"/>
              <a:t> Patterns from </a:t>
            </a:r>
            <a:r>
              <a:rPr lang="it-IT" sz="1800" b="1" dirty="0" err="1"/>
              <a:t>Spatio-temporal</a:t>
            </a:r>
            <a:r>
              <a:rPr lang="it-IT" sz="1800" b="1" dirty="0"/>
              <a:t> Data </a:t>
            </a:r>
            <a:r>
              <a:rPr lang="it-IT" sz="1800" dirty="0"/>
              <a:t>(</a:t>
            </a:r>
            <a:r>
              <a:rPr lang="de-DE" sz="1800" i="1" dirty="0"/>
              <a:t>Piotr S. </a:t>
            </a:r>
            <a:r>
              <a:rPr lang="de-DE" sz="1800" i="1" dirty="0" err="1"/>
              <a:t>Maciag</a:t>
            </a:r>
            <a:r>
              <a:rPr lang="de-DE" sz="1800" i="1" dirty="0"/>
              <a:t> e Robert </a:t>
            </a:r>
            <a:r>
              <a:rPr lang="de-DE" sz="1800" i="1" dirty="0" err="1"/>
              <a:t>Bembenik</a:t>
            </a:r>
            <a:r>
              <a:rPr lang="de-DE" sz="1800" i="1" dirty="0"/>
              <a:t>, 2019</a:t>
            </a:r>
            <a:r>
              <a:rPr lang="de-DE" sz="1800" dirty="0"/>
              <a:t>)</a:t>
            </a:r>
          </a:p>
          <a:p>
            <a:endParaRPr lang="de-DE" sz="1800" b="1" dirty="0"/>
          </a:p>
          <a:p>
            <a:pPr marL="109728" indent="0">
              <a:buFont typeface="Wingdings 3"/>
              <a:buNone/>
            </a:pPr>
            <a:endParaRPr lang="de-DE" sz="1800" dirty="0"/>
          </a:p>
        </p:txBody>
      </p:sp>
      <p:sp>
        <p:nvSpPr>
          <p:cNvPr id="6" name="Segnaposto contenuto 1">
            <a:extLst>
              <a:ext uri="{FF2B5EF4-FFF2-40B4-BE49-F238E27FC236}">
                <a16:creationId xmlns:a16="http://schemas.microsoft.com/office/drawing/2014/main" id="{7B172736-3961-4471-8924-9E5FE2467003}"/>
              </a:ext>
            </a:extLst>
          </p:cNvPr>
          <p:cNvSpPr txBox="1">
            <a:spLocks/>
          </p:cNvSpPr>
          <p:nvPr/>
        </p:nvSpPr>
        <p:spPr>
          <a:xfrm>
            <a:off x="610943" y="3011919"/>
            <a:ext cx="8229600" cy="1266684"/>
          </a:xfrm>
          <a:prstGeom prst="rect">
            <a:avLst/>
          </a:prstGeom>
        </p:spPr>
        <p:txBody>
          <a:bodyPr vert="horz">
            <a:normAutofit fontScale="92500" lnSpcReduction="20000"/>
          </a:bodyPr>
          <a:lstStyle>
            <a:lvl1pPr marL="365760" indent="-256032" algn="l" rtl="0" eaLnBrk="1" latinLnBrk="0" hangingPunct="1"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ct val="68000"/>
              <a:buFont typeface="Wingdings 3"/>
              <a:buChar char=""/>
              <a:defRPr kumimoji="0"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1792" indent="-228600" algn="l" rtl="0" eaLnBrk="1" latinLnBrk="0" hangingPunct="1">
              <a:spcBef>
                <a:spcPts val="324"/>
              </a:spcBef>
              <a:buClr>
                <a:schemeClr val="accent1"/>
              </a:buClr>
              <a:buFont typeface="Verdana"/>
              <a:buChar char="◦"/>
              <a:defRPr kumimoji="0"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9536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SzPct val="100000"/>
              <a:buFont typeface="Wingdings 2"/>
              <a:buChar char=""/>
              <a:defRPr kumimoji="0"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143000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Font typeface="Wingdings 2"/>
              <a:buChar char=""/>
              <a:defRPr kumimoji="0"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Font typeface="Wingdings 2"/>
              <a:buChar char="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002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574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2860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  <a:extLst/>
          </a:lstStyle>
          <a:p>
            <a:pPr marL="109728" indent="0">
              <a:buNone/>
            </a:pPr>
            <a:endParaRPr lang="en-US" sz="1800" b="1" dirty="0"/>
          </a:p>
          <a:p>
            <a:r>
              <a:rPr lang="en-US" sz="1800" dirty="0"/>
              <a:t>Il dataset </a:t>
            </a:r>
            <a:r>
              <a:rPr lang="en-US" sz="1800" dirty="0" err="1"/>
              <a:t>scelto</a:t>
            </a:r>
            <a:r>
              <a:rPr lang="en-US" sz="1800" dirty="0"/>
              <a:t> per </a:t>
            </a:r>
            <a:r>
              <a:rPr lang="en-US" sz="1800" dirty="0" err="1"/>
              <a:t>l’applicazione</a:t>
            </a:r>
            <a:r>
              <a:rPr lang="en-US" sz="1800" dirty="0"/>
              <a:t> è del Department of Innovation and Technology del Boston Police Department, </a:t>
            </a:r>
            <a:r>
              <a:rPr lang="en-US" sz="1800" dirty="0" err="1"/>
              <a:t>dati</a:t>
            </a:r>
            <a:r>
              <a:rPr lang="en-US" sz="1800" dirty="0"/>
              <a:t> del 2018 </a:t>
            </a:r>
            <a:r>
              <a:rPr lang="it-IT" sz="1800" dirty="0">
                <a:hlinkClick r:id="rId2"/>
              </a:rPr>
              <a:t>https://data.boston.gov/dataset/crime-incident-reports-august-2015-to-date-source-new-system</a:t>
            </a:r>
            <a:endParaRPr lang="en-US" sz="1800" dirty="0"/>
          </a:p>
          <a:p>
            <a:endParaRPr lang="en-US" sz="1800" dirty="0"/>
          </a:p>
          <a:p>
            <a:pPr marL="109728" indent="0">
              <a:buFont typeface="Wingdings 3"/>
              <a:buNone/>
            </a:pPr>
            <a:endParaRPr lang="de-DE" sz="1800" dirty="0"/>
          </a:p>
        </p:txBody>
      </p:sp>
      <p:pic>
        <p:nvPicPr>
          <p:cNvPr id="1026" name="Picture 2" descr="Risultati immagini per boston police department logo">
            <a:extLst>
              <a:ext uri="{FF2B5EF4-FFF2-40B4-BE49-F238E27FC236}">
                <a16:creationId xmlns:a16="http://schemas.microsoft.com/office/drawing/2014/main" id="{270EF616-16FD-4DB7-ADA5-6997C7F128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3514" y="4216805"/>
            <a:ext cx="1518061" cy="17943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639744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contenuto 1">
            <a:extLst>
              <a:ext uri="{FF2B5EF4-FFF2-40B4-BE49-F238E27FC236}">
                <a16:creationId xmlns:a16="http://schemas.microsoft.com/office/drawing/2014/main" id="{9D8EFE16-4DD7-4F16-98C3-6D932A9D97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619673"/>
            <a:ext cx="4392488" cy="873224"/>
          </a:xfrm>
        </p:spPr>
        <p:txBody>
          <a:bodyPr>
            <a:normAutofit/>
          </a:bodyPr>
          <a:lstStyle/>
          <a:p>
            <a:r>
              <a:rPr lang="en-US" sz="1600" b="1" dirty="0"/>
              <a:t>Neighborhood</a:t>
            </a:r>
            <a:r>
              <a:rPr lang="en-US" sz="1600" dirty="0"/>
              <a:t> </a:t>
            </a:r>
            <a:r>
              <a:rPr lang="en-US" sz="1600" dirty="0" err="1"/>
              <a:t>definito</a:t>
            </a:r>
            <a:r>
              <a:rPr lang="en-US" sz="1600" dirty="0"/>
              <a:t> da un </a:t>
            </a:r>
            <a:r>
              <a:rPr lang="en-US" sz="1600" dirty="0" err="1"/>
              <a:t>raggio</a:t>
            </a:r>
            <a:r>
              <a:rPr lang="en-US" sz="1600" dirty="0"/>
              <a:t> </a:t>
            </a:r>
            <a:r>
              <a:rPr lang="en-US" sz="1600" dirty="0" err="1"/>
              <a:t>spaziale</a:t>
            </a:r>
            <a:r>
              <a:rPr lang="en-US" sz="1600" dirty="0"/>
              <a:t> </a:t>
            </a:r>
            <a:r>
              <a:rPr lang="en-US" sz="1600" b="1" dirty="0"/>
              <a:t>R</a:t>
            </a:r>
            <a:r>
              <a:rPr lang="en-US" sz="1600" dirty="0"/>
              <a:t> ed un </a:t>
            </a:r>
            <a:r>
              <a:rPr lang="en-US" sz="1600" dirty="0" err="1"/>
              <a:t>raggio</a:t>
            </a:r>
            <a:r>
              <a:rPr lang="en-US" sz="1600" dirty="0"/>
              <a:t> </a:t>
            </a:r>
            <a:r>
              <a:rPr lang="en-US" sz="1600" dirty="0" err="1"/>
              <a:t>temporale</a:t>
            </a:r>
            <a:r>
              <a:rPr lang="en-US" sz="1600" dirty="0"/>
              <a:t> </a:t>
            </a:r>
            <a:r>
              <a:rPr lang="en-US" sz="1600" b="1" dirty="0"/>
              <a:t>T</a:t>
            </a:r>
            <a:r>
              <a:rPr lang="en-US" sz="1600" dirty="0"/>
              <a:t>:</a:t>
            </a:r>
            <a:endParaRPr lang="it-IT" sz="1600" dirty="0"/>
          </a:p>
        </p:txBody>
      </p:sp>
      <p:sp>
        <p:nvSpPr>
          <p:cNvPr id="3" name="Titolo 2">
            <a:extLst>
              <a:ext uri="{FF2B5EF4-FFF2-40B4-BE49-F238E27FC236}">
                <a16:creationId xmlns:a16="http://schemas.microsoft.com/office/drawing/2014/main" id="{949F0703-FF79-4697-A6AD-478DE2B137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1560" y="116632"/>
            <a:ext cx="8229600" cy="1143000"/>
          </a:xfrm>
        </p:spPr>
        <p:txBody>
          <a:bodyPr/>
          <a:lstStyle/>
          <a:p>
            <a:pPr algn="ctr"/>
            <a:r>
              <a:rPr lang="en-US" dirty="0" err="1"/>
              <a:t>Stato</a:t>
            </a:r>
            <a:r>
              <a:rPr lang="en-US" dirty="0"/>
              <a:t> </a:t>
            </a:r>
            <a:r>
              <a:rPr lang="en-US" dirty="0" err="1"/>
              <a:t>dell’Arte</a:t>
            </a:r>
            <a:endParaRPr lang="it-IT" dirty="0"/>
          </a:p>
        </p:txBody>
      </p:sp>
      <p:sp>
        <p:nvSpPr>
          <p:cNvPr id="4" name="Titolo 2">
            <a:extLst>
              <a:ext uri="{FF2B5EF4-FFF2-40B4-BE49-F238E27FC236}">
                <a16:creationId xmlns:a16="http://schemas.microsoft.com/office/drawing/2014/main" id="{2CA663DD-65B7-4B15-9218-25EE749F3CF6}"/>
              </a:ext>
            </a:extLst>
          </p:cNvPr>
          <p:cNvSpPr txBox="1">
            <a:spLocks/>
          </p:cNvSpPr>
          <p:nvPr/>
        </p:nvSpPr>
        <p:spPr>
          <a:xfrm>
            <a:off x="611560" y="476672"/>
            <a:ext cx="8229600" cy="1143000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softEdge">
              <a:bevelT w="25400" h="254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sz="4100" b="1" kern="1200">
                <a:solidFill>
                  <a:schemeClr val="tx2"/>
                </a:solidFill>
                <a:effectLst>
                  <a:outerShdw blurRad="31750" dist="25400" dir="540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extLst/>
          </a:lstStyle>
          <a:p>
            <a:pPr algn="ctr"/>
            <a:r>
              <a:rPr lang="en-US" sz="2400" dirty="0"/>
              <a:t>Neighborhood (o </a:t>
            </a:r>
            <a:r>
              <a:rPr lang="en-US" sz="2400" dirty="0" err="1"/>
              <a:t>vicinato</a:t>
            </a:r>
            <a:r>
              <a:rPr lang="en-US" sz="2400" dirty="0"/>
              <a:t>) e Set di </a:t>
            </a:r>
            <a:r>
              <a:rPr lang="en-US" sz="2400" dirty="0" err="1"/>
              <a:t>Istanze</a:t>
            </a:r>
            <a:endParaRPr lang="it-IT" sz="2400" dirty="0"/>
          </a:p>
        </p:txBody>
      </p:sp>
      <p:pic>
        <p:nvPicPr>
          <p:cNvPr id="6" name="Immagine 5" descr="Immagine che contiene testo&#10;&#10;Descrizione generata automaticamente">
            <a:extLst>
              <a:ext uri="{FF2B5EF4-FFF2-40B4-BE49-F238E27FC236}">
                <a16:creationId xmlns:a16="http://schemas.microsoft.com/office/drawing/2014/main" id="{AE8991F2-9CBC-4A52-BC95-56EABB8959E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512" y="1758021"/>
            <a:ext cx="4392488" cy="3341957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2CBC66E2-3E46-423B-81F7-53FD151F53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9272" y="2202490"/>
            <a:ext cx="4246952" cy="936103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624E8B82-DEB2-4253-9DE3-CAD54E02B4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65455" y="4041128"/>
            <a:ext cx="3060551" cy="315928"/>
          </a:xfrm>
          <a:prstGeom prst="rect">
            <a:avLst/>
          </a:prstGeom>
        </p:spPr>
      </p:pic>
      <p:sp>
        <p:nvSpPr>
          <p:cNvPr id="10" name="Segnaposto contenuto 1">
            <a:extLst>
              <a:ext uri="{FF2B5EF4-FFF2-40B4-BE49-F238E27FC236}">
                <a16:creationId xmlns:a16="http://schemas.microsoft.com/office/drawing/2014/main" id="{45794F42-E4CC-4264-BBBC-6E3B1A1D22E1}"/>
              </a:ext>
            </a:extLst>
          </p:cNvPr>
          <p:cNvSpPr txBox="1">
            <a:spLocks/>
          </p:cNvSpPr>
          <p:nvPr/>
        </p:nvSpPr>
        <p:spPr>
          <a:xfrm>
            <a:off x="4448672" y="3488445"/>
            <a:ext cx="4392488" cy="1368149"/>
          </a:xfrm>
          <a:prstGeom prst="rect">
            <a:avLst/>
          </a:prstGeom>
        </p:spPr>
        <p:txBody>
          <a:bodyPr vert="horz">
            <a:normAutofit/>
          </a:bodyPr>
          <a:lstStyle>
            <a:lvl1pPr marL="365760" indent="-256032" algn="l" rtl="0" eaLnBrk="1" latinLnBrk="0" hangingPunct="1"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ct val="68000"/>
              <a:buFont typeface="Wingdings 3"/>
              <a:buChar char=""/>
              <a:defRPr kumimoji="0"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1792" indent="-228600" algn="l" rtl="0" eaLnBrk="1" latinLnBrk="0" hangingPunct="1">
              <a:spcBef>
                <a:spcPts val="324"/>
              </a:spcBef>
              <a:buClr>
                <a:schemeClr val="accent1"/>
              </a:buClr>
              <a:buFont typeface="Verdana"/>
              <a:buChar char="◦"/>
              <a:defRPr kumimoji="0"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9536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SzPct val="100000"/>
              <a:buFont typeface="Wingdings 2"/>
              <a:buChar char=""/>
              <a:defRPr kumimoji="0"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143000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Font typeface="Wingdings 2"/>
              <a:buChar char=""/>
              <a:defRPr kumimoji="0"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Font typeface="Wingdings 2"/>
              <a:buChar char="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002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574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2860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  <a:extLst/>
          </a:lstStyle>
          <a:p>
            <a:pPr marL="285750" indent="-285750"/>
            <a:r>
              <a:rPr lang="en-US" sz="1600" b="1" dirty="0"/>
              <a:t>Set di </a:t>
            </a:r>
            <a:r>
              <a:rPr lang="en-US" sz="1600" b="1" dirty="0" err="1"/>
              <a:t>istanze</a:t>
            </a:r>
            <a:r>
              <a:rPr lang="en-US" sz="1600" dirty="0"/>
              <a:t> per una </a:t>
            </a:r>
            <a:r>
              <a:rPr lang="en-US" sz="1600" dirty="0" err="1"/>
              <a:t>sequenza</a:t>
            </a:r>
            <a:r>
              <a:rPr lang="en-US" sz="1600" dirty="0"/>
              <a:t> di tipi di </a:t>
            </a:r>
            <a:r>
              <a:rPr lang="en-US" sz="1600" dirty="0" err="1"/>
              <a:t>eventi</a:t>
            </a:r>
            <a:r>
              <a:rPr lang="en-US" sz="1600" dirty="0"/>
              <a:t>: </a:t>
            </a:r>
          </a:p>
          <a:p>
            <a:pPr marL="109728" indent="0">
              <a:buNone/>
            </a:pPr>
            <a:endParaRPr lang="en-US" sz="1600" dirty="0"/>
          </a:p>
          <a:p>
            <a:pPr marL="109728" indent="0">
              <a:buNone/>
            </a:pPr>
            <a:r>
              <a:rPr lang="en-US" sz="1600" dirty="0"/>
              <a:t>    di </a:t>
            </a:r>
            <a:r>
              <a:rPr lang="en-US" sz="1600" dirty="0" err="1"/>
              <a:t>lunghezza</a:t>
            </a:r>
            <a:r>
              <a:rPr lang="en-US" sz="1600" dirty="0"/>
              <a:t> m</a:t>
            </a:r>
            <a:endParaRPr lang="it-IT" sz="1600" dirty="0"/>
          </a:p>
        </p:txBody>
      </p:sp>
      <p:sp>
        <p:nvSpPr>
          <p:cNvPr id="11" name="Segnaposto contenuto 1">
            <a:extLst>
              <a:ext uri="{FF2B5EF4-FFF2-40B4-BE49-F238E27FC236}">
                <a16:creationId xmlns:a16="http://schemas.microsoft.com/office/drawing/2014/main" id="{C4DE8432-AFCD-4166-B792-EF6DC480AEEF}"/>
              </a:ext>
            </a:extLst>
          </p:cNvPr>
          <p:cNvSpPr txBox="1">
            <a:spLocks/>
          </p:cNvSpPr>
          <p:nvPr/>
        </p:nvSpPr>
        <p:spPr>
          <a:xfrm>
            <a:off x="4807695" y="4685402"/>
            <a:ext cx="4392488" cy="1368150"/>
          </a:xfrm>
          <a:prstGeom prst="rect">
            <a:avLst/>
          </a:prstGeom>
        </p:spPr>
        <p:txBody>
          <a:bodyPr vert="horz">
            <a:normAutofit/>
          </a:bodyPr>
          <a:lstStyle>
            <a:lvl1pPr marL="365760" indent="-256032" algn="l" rtl="0" eaLnBrk="1" latinLnBrk="0" hangingPunct="1"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ct val="68000"/>
              <a:buFont typeface="Wingdings 3"/>
              <a:buChar char=""/>
              <a:defRPr kumimoji="0"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1792" indent="-228600" algn="l" rtl="0" eaLnBrk="1" latinLnBrk="0" hangingPunct="1">
              <a:spcBef>
                <a:spcPts val="324"/>
              </a:spcBef>
              <a:buClr>
                <a:schemeClr val="accent1"/>
              </a:buClr>
              <a:buFont typeface="Verdana"/>
              <a:buChar char="◦"/>
              <a:defRPr kumimoji="0"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9536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SzPct val="100000"/>
              <a:buFont typeface="Wingdings 2"/>
              <a:buChar char=""/>
              <a:defRPr kumimoji="0"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143000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Font typeface="Wingdings 2"/>
              <a:buChar char=""/>
              <a:defRPr kumimoji="0"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Font typeface="Wingdings 2"/>
              <a:buChar char="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002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574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2860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  <a:extLst/>
          </a:lstStyle>
          <a:p>
            <a:pPr marL="342900" indent="-342900">
              <a:buFont typeface="+mj-lt"/>
              <a:buAutoNum type="arabicPeriod"/>
            </a:pPr>
            <a:r>
              <a:rPr lang="en-US" sz="1600" dirty="0"/>
              <a:t>Per un </a:t>
            </a:r>
            <a:r>
              <a:rPr lang="en-US" sz="1600" dirty="0" err="1"/>
              <a:t>tipo</a:t>
            </a:r>
            <a:r>
              <a:rPr lang="en-US" sz="1600" dirty="0"/>
              <a:t>  s[1]:                                     …………..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US" sz="1600" dirty="0"/>
              <a:t>Per </a:t>
            </a:r>
            <a:r>
              <a:rPr lang="en-US" sz="1600" dirty="0" err="1"/>
              <a:t>i</a:t>
            </a:r>
            <a:r>
              <a:rPr lang="en-US" sz="1600" dirty="0"/>
              <a:t> tipi s[2]……………….. :</a:t>
            </a:r>
          </a:p>
        </p:txBody>
      </p:sp>
      <p:pic>
        <p:nvPicPr>
          <p:cNvPr id="14" name="Immagine 13">
            <a:extLst>
              <a:ext uri="{FF2B5EF4-FFF2-40B4-BE49-F238E27FC236}">
                <a16:creationId xmlns:a16="http://schemas.microsoft.com/office/drawing/2014/main" id="{EC25C6F6-313F-4C8F-8FD3-D1934A6DF0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4301" y="5218857"/>
            <a:ext cx="1781175" cy="285750"/>
          </a:xfrm>
          <a:prstGeom prst="rect">
            <a:avLst/>
          </a:prstGeom>
        </p:spPr>
      </p:pic>
      <p:pic>
        <p:nvPicPr>
          <p:cNvPr id="15" name="Immagine 14">
            <a:extLst>
              <a:ext uri="{FF2B5EF4-FFF2-40B4-BE49-F238E27FC236}">
                <a16:creationId xmlns:a16="http://schemas.microsoft.com/office/drawing/2014/main" id="{5F7B3EEE-56C2-44F8-942E-C90BEEF3B2B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76193" y="4665238"/>
            <a:ext cx="428625" cy="295275"/>
          </a:xfrm>
          <a:prstGeom prst="rect">
            <a:avLst/>
          </a:prstGeom>
        </p:spPr>
      </p:pic>
      <p:pic>
        <p:nvPicPr>
          <p:cNvPr id="16" name="Immagine 15">
            <a:extLst>
              <a:ext uri="{FF2B5EF4-FFF2-40B4-BE49-F238E27FC236}">
                <a16:creationId xmlns:a16="http://schemas.microsoft.com/office/drawing/2014/main" id="{70FE459A-F9C5-4B77-8845-9A03D83AFC3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95664" y="5543215"/>
            <a:ext cx="3308784" cy="566926"/>
          </a:xfrm>
          <a:prstGeom prst="rect">
            <a:avLst/>
          </a:prstGeom>
        </p:spPr>
      </p:pic>
      <p:pic>
        <p:nvPicPr>
          <p:cNvPr id="17" name="Immagine 16">
            <a:extLst>
              <a:ext uri="{FF2B5EF4-FFF2-40B4-BE49-F238E27FC236}">
                <a16:creationId xmlns:a16="http://schemas.microsoft.com/office/drawing/2014/main" id="{FA8248BE-DC74-4BF0-B7B8-72D37822BA0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41801" y="4951612"/>
            <a:ext cx="1905000" cy="276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90351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contenuto 1">
            <a:extLst>
              <a:ext uri="{FF2B5EF4-FFF2-40B4-BE49-F238E27FC236}">
                <a16:creationId xmlns:a16="http://schemas.microsoft.com/office/drawing/2014/main" id="{294E60C9-CC70-489E-BE52-F85744696C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3959" y="2308424"/>
            <a:ext cx="5050904" cy="507512"/>
          </a:xfrm>
        </p:spPr>
        <p:txBody>
          <a:bodyPr>
            <a:normAutofit/>
          </a:bodyPr>
          <a:lstStyle/>
          <a:p>
            <a:r>
              <a:rPr lang="en-US" sz="1800" dirty="0"/>
              <a:t>Participation </a:t>
            </a:r>
            <a:r>
              <a:rPr lang="en-US" sz="1800" dirty="0" err="1"/>
              <a:t>Rateo</a:t>
            </a:r>
            <a:r>
              <a:rPr lang="en-US" sz="1800" dirty="0"/>
              <a:t> (</a:t>
            </a:r>
            <a:r>
              <a:rPr lang="en-US" sz="1800" dirty="0" err="1"/>
              <a:t>tra</a:t>
            </a:r>
            <a:r>
              <a:rPr lang="en-US" sz="1800" dirty="0"/>
              <a:t> 2 soli tipi):</a:t>
            </a:r>
            <a:endParaRPr lang="it-IT" sz="1800" dirty="0"/>
          </a:p>
        </p:txBody>
      </p:sp>
      <p:sp>
        <p:nvSpPr>
          <p:cNvPr id="3" name="Titolo 2">
            <a:extLst>
              <a:ext uri="{FF2B5EF4-FFF2-40B4-BE49-F238E27FC236}">
                <a16:creationId xmlns:a16="http://schemas.microsoft.com/office/drawing/2014/main" id="{4D3C969E-DE23-462B-9107-BA1A5DCA0A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57607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 err="1"/>
              <a:t>Stato</a:t>
            </a:r>
            <a:r>
              <a:rPr lang="en-US" dirty="0"/>
              <a:t> </a:t>
            </a:r>
            <a:r>
              <a:rPr lang="en-US" dirty="0" err="1"/>
              <a:t>dell’Arte</a:t>
            </a:r>
            <a:endParaRPr lang="it-IT" dirty="0"/>
          </a:p>
        </p:txBody>
      </p:sp>
      <p:sp>
        <p:nvSpPr>
          <p:cNvPr id="4" name="Titolo 2">
            <a:extLst>
              <a:ext uri="{FF2B5EF4-FFF2-40B4-BE49-F238E27FC236}">
                <a16:creationId xmlns:a16="http://schemas.microsoft.com/office/drawing/2014/main" id="{F989E449-B0F6-45E6-9C8B-817E168E2F31}"/>
              </a:ext>
            </a:extLst>
          </p:cNvPr>
          <p:cNvSpPr txBox="1">
            <a:spLocks/>
          </p:cNvSpPr>
          <p:nvPr/>
        </p:nvSpPr>
        <p:spPr>
          <a:xfrm>
            <a:off x="539552" y="562673"/>
            <a:ext cx="8280920" cy="678813"/>
          </a:xfrm>
          <a:prstGeom prst="rect">
            <a:avLst/>
          </a:prstGeom>
        </p:spPr>
        <p:txBody>
          <a:bodyPr vert="horz" rtlCol="0" anchor="ctr">
            <a:normAutofit fontScale="97500"/>
            <a:scene3d>
              <a:camera prst="orthographicFront"/>
              <a:lightRig rig="soft" dir="t"/>
            </a:scene3d>
            <a:sp3d prstMaterial="softEdge">
              <a:bevelT w="25400" h="254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sz="4100" b="1" kern="1200">
                <a:solidFill>
                  <a:schemeClr val="tx2"/>
                </a:solidFill>
                <a:effectLst>
                  <a:outerShdw blurRad="31750" dist="25400" dir="540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extLst/>
          </a:lstStyle>
          <a:p>
            <a:pPr algn="ctr"/>
            <a:r>
              <a:rPr lang="en-US" sz="2400" dirty="0"/>
              <a:t>Participation </a:t>
            </a:r>
            <a:r>
              <a:rPr lang="en-US" sz="2400" dirty="0" err="1"/>
              <a:t>Rateo</a:t>
            </a:r>
            <a:r>
              <a:rPr lang="en-US" sz="2400" dirty="0"/>
              <a:t> &amp; Participation Index</a:t>
            </a:r>
            <a:endParaRPr lang="it-IT" sz="2400" dirty="0"/>
          </a:p>
        </p:txBody>
      </p:sp>
      <p:sp>
        <p:nvSpPr>
          <p:cNvPr id="5" name="Segnaposto contenuto 1">
            <a:extLst>
              <a:ext uri="{FF2B5EF4-FFF2-40B4-BE49-F238E27FC236}">
                <a16:creationId xmlns:a16="http://schemas.microsoft.com/office/drawing/2014/main" id="{53F25942-07E3-4AF3-BDDC-2BEB24250FB0}"/>
              </a:ext>
            </a:extLst>
          </p:cNvPr>
          <p:cNvSpPr txBox="1">
            <a:spLocks/>
          </p:cNvSpPr>
          <p:nvPr/>
        </p:nvSpPr>
        <p:spPr>
          <a:xfrm>
            <a:off x="539552" y="1275765"/>
            <a:ext cx="6984776" cy="327339"/>
          </a:xfrm>
          <a:prstGeom prst="rect">
            <a:avLst/>
          </a:prstGeom>
        </p:spPr>
        <p:txBody>
          <a:bodyPr vert="horz">
            <a:normAutofit fontScale="92500" lnSpcReduction="20000"/>
          </a:bodyPr>
          <a:lstStyle>
            <a:lvl1pPr marL="365760" indent="-256032" algn="l" rtl="0" eaLnBrk="1" latinLnBrk="0" hangingPunct="1"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ct val="68000"/>
              <a:buFont typeface="Wingdings 3"/>
              <a:buChar char=""/>
              <a:defRPr kumimoji="0"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1792" indent="-228600" algn="l" rtl="0" eaLnBrk="1" latinLnBrk="0" hangingPunct="1">
              <a:spcBef>
                <a:spcPts val="324"/>
              </a:spcBef>
              <a:buClr>
                <a:schemeClr val="accent1"/>
              </a:buClr>
              <a:buFont typeface="Verdana"/>
              <a:buChar char="◦"/>
              <a:defRPr kumimoji="0"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9536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SzPct val="100000"/>
              <a:buFont typeface="Wingdings 2"/>
              <a:buChar char=""/>
              <a:defRPr kumimoji="0"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143000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Font typeface="Wingdings 2"/>
              <a:buChar char=""/>
              <a:defRPr kumimoji="0"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Font typeface="Wingdings 2"/>
              <a:buChar char="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002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574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2860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  <a:extLst/>
          </a:lstStyle>
          <a:p>
            <a:pPr marL="109728" indent="0">
              <a:buNone/>
            </a:pPr>
            <a:r>
              <a:rPr lang="en-US" sz="1800" dirty="0"/>
              <a:t>Data una </a:t>
            </a:r>
            <a:r>
              <a:rPr lang="en-US" sz="1800" dirty="0" err="1"/>
              <a:t>sequenza</a:t>
            </a:r>
            <a:r>
              <a:rPr lang="en-US" sz="1800" dirty="0"/>
              <a:t> di tipi di </a:t>
            </a:r>
            <a:r>
              <a:rPr lang="en-US" sz="1800" dirty="0" err="1"/>
              <a:t>eventi</a:t>
            </a:r>
            <a:r>
              <a:rPr lang="en-US" sz="1800" dirty="0"/>
              <a:t> di </a:t>
            </a:r>
            <a:r>
              <a:rPr lang="en-US" sz="1800" dirty="0" err="1"/>
              <a:t>lunghezza</a:t>
            </a:r>
            <a:r>
              <a:rPr lang="en-US" sz="1800" dirty="0"/>
              <a:t> m:</a:t>
            </a:r>
            <a:endParaRPr lang="it-IT" sz="1800" dirty="0"/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E5EE2777-EA4E-4758-B425-382BDCB700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5736" y="2583618"/>
            <a:ext cx="4104456" cy="704896"/>
          </a:xfrm>
          <a:prstGeom prst="rect">
            <a:avLst/>
          </a:prstGeom>
        </p:spPr>
      </p:pic>
      <p:sp>
        <p:nvSpPr>
          <p:cNvPr id="8" name="Segnaposto contenuto 1">
            <a:extLst>
              <a:ext uri="{FF2B5EF4-FFF2-40B4-BE49-F238E27FC236}">
                <a16:creationId xmlns:a16="http://schemas.microsoft.com/office/drawing/2014/main" id="{C906672F-56BE-4380-ADD0-9607BF4370F6}"/>
              </a:ext>
            </a:extLst>
          </p:cNvPr>
          <p:cNvSpPr txBox="1">
            <a:spLocks/>
          </p:cNvSpPr>
          <p:nvPr/>
        </p:nvSpPr>
        <p:spPr>
          <a:xfrm>
            <a:off x="573959" y="3438615"/>
            <a:ext cx="5050904" cy="507512"/>
          </a:xfrm>
          <a:prstGeom prst="rect">
            <a:avLst/>
          </a:prstGeom>
        </p:spPr>
        <p:txBody>
          <a:bodyPr vert="horz">
            <a:normAutofit/>
          </a:bodyPr>
          <a:lstStyle>
            <a:lvl1pPr marL="365760" indent="-256032" algn="l" rtl="0" eaLnBrk="1" latinLnBrk="0" hangingPunct="1"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ct val="68000"/>
              <a:buFont typeface="Wingdings 3"/>
              <a:buChar char=""/>
              <a:defRPr kumimoji="0"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1792" indent="-228600" algn="l" rtl="0" eaLnBrk="1" latinLnBrk="0" hangingPunct="1">
              <a:spcBef>
                <a:spcPts val="324"/>
              </a:spcBef>
              <a:buClr>
                <a:schemeClr val="accent1"/>
              </a:buClr>
              <a:buFont typeface="Verdana"/>
              <a:buChar char="◦"/>
              <a:defRPr kumimoji="0"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9536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SzPct val="100000"/>
              <a:buFont typeface="Wingdings 2"/>
              <a:buChar char=""/>
              <a:defRPr kumimoji="0"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143000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Font typeface="Wingdings 2"/>
              <a:buChar char=""/>
              <a:defRPr kumimoji="0"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Font typeface="Wingdings 2"/>
              <a:buChar char="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002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574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2860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  <a:extLst/>
          </a:lstStyle>
          <a:p>
            <a:r>
              <a:rPr lang="en-US" sz="1800" dirty="0"/>
              <a:t>Participation Index:</a:t>
            </a:r>
            <a:endParaRPr lang="it-IT" sz="1800" dirty="0"/>
          </a:p>
        </p:txBody>
      </p:sp>
      <p:sp>
        <p:nvSpPr>
          <p:cNvPr id="9" name="Segnaposto contenuto 1">
            <a:extLst>
              <a:ext uri="{FF2B5EF4-FFF2-40B4-BE49-F238E27FC236}">
                <a16:creationId xmlns:a16="http://schemas.microsoft.com/office/drawing/2014/main" id="{F430D6B9-662C-43FF-B115-C47764878351}"/>
              </a:ext>
            </a:extLst>
          </p:cNvPr>
          <p:cNvSpPr txBox="1">
            <a:spLocks/>
          </p:cNvSpPr>
          <p:nvPr/>
        </p:nvSpPr>
        <p:spPr>
          <a:xfrm>
            <a:off x="2046548" y="3833964"/>
            <a:ext cx="5050904" cy="1803734"/>
          </a:xfrm>
          <a:prstGeom prst="rect">
            <a:avLst/>
          </a:prstGeom>
        </p:spPr>
        <p:txBody>
          <a:bodyPr vert="horz">
            <a:normAutofit/>
          </a:bodyPr>
          <a:lstStyle>
            <a:lvl1pPr marL="365760" indent="-256032" algn="l" rtl="0" eaLnBrk="1" latinLnBrk="0" hangingPunct="1"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ct val="68000"/>
              <a:buFont typeface="Wingdings 3"/>
              <a:buChar char=""/>
              <a:defRPr kumimoji="0"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1792" indent="-228600" algn="l" rtl="0" eaLnBrk="1" latinLnBrk="0" hangingPunct="1">
              <a:spcBef>
                <a:spcPts val="324"/>
              </a:spcBef>
              <a:buClr>
                <a:schemeClr val="accent1"/>
              </a:buClr>
              <a:buFont typeface="Verdana"/>
              <a:buChar char="◦"/>
              <a:defRPr kumimoji="0"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9536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SzPct val="100000"/>
              <a:buFont typeface="Wingdings 2"/>
              <a:buChar char=""/>
              <a:defRPr kumimoji="0"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143000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Font typeface="Wingdings 2"/>
              <a:buChar char=""/>
              <a:defRPr kumimoji="0"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Font typeface="Wingdings 2"/>
              <a:buChar char="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002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574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2860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  <a:extLst/>
          </a:lstStyle>
          <a:p>
            <a:pPr marL="452628" indent="-342900">
              <a:buFont typeface="+mj-lt"/>
              <a:buAutoNum type="arabicPeriod"/>
            </a:pPr>
            <a:r>
              <a:rPr lang="en-US" sz="1800" dirty="0"/>
              <a:t>se m = 2:</a:t>
            </a:r>
          </a:p>
          <a:p>
            <a:pPr marL="452628" indent="-342900">
              <a:buFont typeface="+mj-lt"/>
              <a:buAutoNum type="arabicPeriod"/>
            </a:pPr>
            <a:endParaRPr lang="en-US" sz="1800" dirty="0"/>
          </a:p>
          <a:p>
            <a:pPr marL="452628" indent="-342900">
              <a:buFont typeface="+mj-lt"/>
              <a:buAutoNum type="arabicPeriod"/>
            </a:pPr>
            <a:endParaRPr lang="en-US" sz="1800" dirty="0"/>
          </a:p>
          <a:p>
            <a:pPr marL="452628" indent="-342900">
              <a:buFont typeface="+mj-lt"/>
              <a:buAutoNum type="arabicPeriod"/>
            </a:pPr>
            <a:r>
              <a:rPr lang="en-US" sz="1800" dirty="0"/>
              <a:t>se m &gt; 2:</a:t>
            </a:r>
            <a:endParaRPr lang="it-IT" sz="1800" dirty="0"/>
          </a:p>
        </p:txBody>
      </p:sp>
      <p:pic>
        <p:nvPicPr>
          <p:cNvPr id="10" name="Immagine 9">
            <a:extLst>
              <a:ext uri="{FF2B5EF4-FFF2-40B4-BE49-F238E27FC236}">
                <a16:creationId xmlns:a16="http://schemas.microsoft.com/office/drawing/2014/main" id="{0025827C-26A8-4EEF-8315-33E558CCE4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5816" y="4215399"/>
            <a:ext cx="3528392" cy="427684"/>
          </a:xfrm>
          <a:prstGeom prst="rect">
            <a:avLst/>
          </a:prstGeom>
        </p:spPr>
      </p:pic>
      <p:pic>
        <p:nvPicPr>
          <p:cNvPr id="12" name="Immagine 11">
            <a:extLst>
              <a:ext uri="{FF2B5EF4-FFF2-40B4-BE49-F238E27FC236}">
                <a16:creationId xmlns:a16="http://schemas.microsoft.com/office/drawing/2014/main" id="{4505C8CB-19DC-473F-A037-3E0FD697E3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50204" y="5075676"/>
            <a:ext cx="4892534" cy="980182"/>
          </a:xfrm>
          <a:prstGeom prst="rect">
            <a:avLst/>
          </a:prstGeom>
        </p:spPr>
      </p:pic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FACE67D4-C288-458B-8556-BFF0436B01B1}"/>
              </a:ext>
            </a:extLst>
          </p:cNvPr>
          <p:cNvSpPr txBox="1"/>
          <p:nvPr/>
        </p:nvSpPr>
        <p:spPr>
          <a:xfrm>
            <a:off x="3046481" y="6093213"/>
            <a:ext cx="7938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dove </a:t>
            </a:r>
            <a:endParaRPr lang="it-IT" dirty="0"/>
          </a:p>
        </p:txBody>
      </p:sp>
      <p:pic>
        <p:nvPicPr>
          <p:cNvPr id="14" name="Immagine 13">
            <a:extLst>
              <a:ext uri="{FF2B5EF4-FFF2-40B4-BE49-F238E27FC236}">
                <a16:creationId xmlns:a16="http://schemas.microsoft.com/office/drawing/2014/main" id="{8453282A-A22C-4C29-BE1E-548626628D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79912" y="6070291"/>
            <a:ext cx="4610548" cy="403530"/>
          </a:xfrm>
          <a:prstGeom prst="rect">
            <a:avLst/>
          </a:prstGeom>
        </p:spPr>
      </p:pic>
      <p:pic>
        <p:nvPicPr>
          <p:cNvPr id="15" name="Immagine 14">
            <a:extLst>
              <a:ext uri="{FF2B5EF4-FFF2-40B4-BE49-F238E27FC236}">
                <a16:creationId xmlns:a16="http://schemas.microsoft.com/office/drawing/2014/main" id="{7247DCF8-B139-43D8-A13E-DF97B77BF71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33566" y="1550353"/>
            <a:ext cx="4076868" cy="393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40613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contenuto 1">
            <a:extLst>
              <a:ext uri="{FF2B5EF4-FFF2-40B4-BE49-F238E27FC236}">
                <a16:creationId xmlns:a16="http://schemas.microsoft.com/office/drawing/2014/main" id="{7CEC9B40-5735-4330-915C-2807B5CE06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1560" y="1715592"/>
            <a:ext cx="4899048" cy="1713408"/>
          </a:xfrm>
        </p:spPr>
        <p:txBody>
          <a:bodyPr>
            <a:normAutofit/>
          </a:bodyPr>
          <a:lstStyle/>
          <a:p>
            <a:pPr marL="109728" indent="0">
              <a:buNone/>
            </a:pPr>
            <a:r>
              <a:rPr lang="en-US" sz="1800" dirty="0" err="1"/>
              <a:t>Componenti</a:t>
            </a:r>
            <a:r>
              <a:rPr lang="en-US" sz="1800" dirty="0"/>
              <a:t> </a:t>
            </a:r>
            <a:r>
              <a:rPr lang="en-US" sz="1800" dirty="0" err="1"/>
              <a:t>nodo</a:t>
            </a:r>
            <a:r>
              <a:rPr lang="en-US" sz="1800" dirty="0"/>
              <a:t>:</a:t>
            </a:r>
          </a:p>
          <a:p>
            <a:r>
              <a:rPr lang="en-US" sz="1800" dirty="0"/>
              <a:t>First parent</a:t>
            </a:r>
          </a:p>
          <a:p>
            <a:r>
              <a:rPr lang="en-US" sz="1800" dirty="0"/>
              <a:t>Second parent</a:t>
            </a:r>
          </a:p>
          <a:p>
            <a:r>
              <a:rPr lang="en-US" sz="1800" dirty="0"/>
              <a:t>Value</a:t>
            </a:r>
          </a:p>
          <a:p>
            <a:r>
              <a:rPr lang="en-US" sz="1800" dirty="0"/>
              <a:t>Children</a:t>
            </a:r>
          </a:p>
        </p:txBody>
      </p:sp>
      <p:sp>
        <p:nvSpPr>
          <p:cNvPr id="3" name="Titolo 2">
            <a:extLst>
              <a:ext uri="{FF2B5EF4-FFF2-40B4-BE49-F238E27FC236}">
                <a16:creationId xmlns:a16="http://schemas.microsoft.com/office/drawing/2014/main" id="{A5DF1161-DAFB-4725-8177-A638950D4A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Sequence Pattern Tree (</a:t>
            </a:r>
            <a:r>
              <a:rPr lang="en-US" dirty="0" err="1"/>
              <a:t>SPTree</a:t>
            </a:r>
            <a:r>
              <a:rPr lang="en-US" dirty="0"/>
              <a:t>)</a:t>
            </a:r>
            <a:endParaRPr lang="it-IT" dirty="0"/>
          </a:p>
        </p:txBody>
      </p:sp>
      <p:sp>
        <p:nvSpPr>
          <p:cNvPr id="6" name="Titolo 2">
            <a:extLst>
              <a:ext uri="{FF2B5EF4-FFF2-40B4-BE49-F238E27FC236}">
                <a16:creationId xmlns:a16="http://schemas.microsoft.com/office/drawing/2014/main" id="{92721421-904A-4764-A727-31DB436DD8EE}"/>
              </a:ext>
            </a:extLst>
          </p:cNvPr>
          <p:cNvSpPr txBox="1">
            <a:spLocks/>
          </p:cNvSpPr>
          <p:nvPr/>
        </p:nvSpPr>
        <p:spPr>
          <a:xfrm>
            <a:off x="431540" y="846138"/>
            <a:ext cx="8280920" cy="678813"/>
          </a:xfrm>
          <a:prstGeom prst="rect">
            <a:avLst/>
          </a:prstGeom>
        </p:spPr>
        <p:txBody>
          <a:bodyPr vert="horz" rtlCol="0" anchor="ctr">
            <a:normAutofit fontScale="97500"/>
            <a:scene3d>
              <a:camera prst="orthographicFront"/>
              <a:lightRig rig="soft" dir="t"/>
            </a:scene3d>
            <a:sp3d prstMaterial="softEdge">
              <a:bevelT w="25400" h="254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sz="4100" b="1" kern="1200">
                <a:solidFill>
                  <a:schemeClr val="tx2"/>
                </a:solidFill>
                <a:effectLst>
                  <a:outerShdw blurRad="31750" dist="25400" dir="540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extLst/>
          </a:lstStyle>
          <a:p>
            <a:pPr algn="ctr"/>
            <a:r>
              <a:rPr lang="en-US" sz="2400" dirty="0" err="1"/>
              <a:t>Struttura</a:t>
            </a:r>
            <a:r>
              <a:rPr lang="en-US" sz="2400" dirty="0"/>
              <a:t> </a:t>
            </a:r>
            <a:r>
              <a:rPr lang="en-US" sz="2400" dirty="0" err="1"/>
              <a:t>dati</a:t>
            </a:r>
            <a:r>
              <a:rPr lang="en-US" sz="2400" dirty="0"/>
              <a:t> ad </a:t>
            </a:r>
            <a:r>
              <a:rPr lang="en-US" sz="2400" dirty="0" err="1"/>
              <a:t>albero</a:t>
            </a:r>
            <a:r>
              <a:rPr lang="en-US" sz="2400" dirty="0"/>
              <a:t> di </a:t>
            </a:r>
            <a:r>
              <a:rPr lang="en-US" sz="2400" dirty="0" err="1"/>
              <a:t>supporto</a:t>
            </a:r>
            <a:endParaRPr lang="it-IT" sz="2400" dirty="0"/>
          </a:p>
        </p:txBody>
      </p:sp>
      <p:pic>
        <p:nvPicPr>
          <p:cNvPr id="12" name="Immagine 11" descr="Immagine che contiene testo, mappa&#10;&#10;Descrizione generata automaticamente">
            <a:extLst>
              <a:ext uri="{FF2B5EF4-FFF2-40B4-BE49-F238E27FC236}">
                <a16:creationId xmlns:a16="http://schemas.microsoft.com/office/drawing/2014/main" id="{0862D7E9-D305-4305-96FF-4983878477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51720" y="2645014"/>
            <a:ext cx="7272808" cy="4029954"/>
          </a:xfrm>
          <a:prstGeom prst="rect">
            <a:avLst/>
          </a:prstGeom>
        </p:spPr>
      </p:pic>
      <p:pic>
        <p:nvPicPr>
          <p:cNvPr id="13" name="Immagine 12">
            <a:extLst>
              <a:ext uri="{FF2B5EF4-FFF2-40B4-BE49-F238E27FC236}">
                <a16:creationId xmlns:a16="http://schemas.microsoft.com/office/drawing/2014/main" id="{09FF79AD-CCE9-4C05-8039-3842829EB2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2353" y="1501563"/>
            <a:ext cx="3995936" cy="1385429"/>
          </a:xfrm>
          <a:prstGeom prst="rect">
            <a:avLst/>
          </a:prstGeom>
        </p:spPr>
      </p:pic>
      <p:sp>
        <p:nvSpPr>
          <p:cNvPr id="15" name="Rettangolo 14">
            <a:extLst>
              <a:ext uri="{FF2B5EF4-FFF2-40B4-BE49-F238E27FC236}">
                <a16:creationId xmlns:a16="http://schemas.microsoft.com/office/drawing/2014/main" id="{45A8F3BE-8B0E-49DD-A605-396EDFE82D38}"/>
              </a:ext>
            </a:extLst>
          </p:cNvPr>
          <p:cNvSpPr/>
          <p:nvPr/>
        </p:nvSpPr>
        <p:spPr>
          <a:xfrm>
            <a:off x="5352838" y="1967765"/>
            <a:ext cx="707120" cy="234435"/>
          </a:xfrm>
          <a:prstGeom prst="rect">
            <a:avLst/>
          </a:prstGeom>
          <a:noFill/>
          <a:ln w="19050" cap="flat" cmpd="sng" algn="ctr">
            <a:solidFill>
              <a:srgbClr val="00B05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6" name="Ovale 15">
            <a:extLst>
              <a:ext uri="{FF2B5EF4-FFF2-40B4-BE49-F238E27FC236}">
                <a16:creationId xmlns:a16="http://schemas.microsoft.com/office/drawing/2014/main" id="{D5438DC7-D426-4E17-9E2A-29FACA1E81D0}"/>
              </a:ext>
            </a:extLst>
          </p:cNvPr>
          <p:cNvSpPr/>
          <p:nvPr/>
        </p:nvSpPr>
        <p:spPr>
          <a:xfrm rot="2850328">
            <a:off x="4139915" y="3610747"/>
            <a:ext cx="587137" cy="1608610"/>
          </a:xfrm>
          <a:prstGeom prst="ellipse">
            <a:avLst/>
          </a:prstGeom>
          <a:noFill/>
          <a:ln w="19050" cap="flat" cmpd="sng" algn="ctr">
            <a:solidFill>
              <a:srgbClr val="00B05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18" name="Connettore 2 17">
            <a:extLst>
              <a:ext uri="{FF2B5EF4-FFF2-40B4-BE49-F238E27FC236}">
                <a16:creationId xmlns:a16="http://schemas.microsoft.com/office/drawing/2014/main" id="{7B6A4252-98AC-413E-A95B-436231DCD820}"/>
              </a:ext>
            </a:extLst>
          </p:cNvPr>
          <p:cNvCxnSpPr>
            <a:cxnSpLocks/>
          </p:cNvCxnSpPr>
          <p:nvPr/>
        </p:nvCxnSpPr>
        <p:spPr>
          <a:xfrm flipV="1">
            <a:off x="4353138" y="4079039"/>
            <a:ext cx="999700" cy="601880"/>
          </a:xfrm>
          <a:prstGeom prst="straightConnector1">
            <a:avLst/>
          </a:prstGeom>
          <a:ln w="190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Ovale 18">
            <a:extLst>
              <a:ext uri="{FF2B5EF4-FFF2-40B4-BE49-F238E27FC236}">
                <a16:creationId xmlns:a16="http://schemas.microsoft.com/office/drawing/2014/main" id="{6B9DF360-23DB-4242-B289-5DBD3ED15B6B}"/>
              </a:ext>
            </a:extLst>
          </p:cNvPr>
          <p:cNvSpPr/>
          <p:nvPr/>
        </p:nvSpPr>
        <p:spPr>
          <a:xfrm>
            <a:off x="4572000" y="4591370"/>
            <a:ext cx="567224" cy="389195"/>
          </a:xfrm>
          <a:prstGeom prst="ellipse">
            <a:avLst/>
          </a:prstGeom>
          <a:noFill/>
          <a:ln w="19050" cap="flat" cmpd="sng" algn="ctr">
            <a:solidFill>
              <a:srgbClr val="00B05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0" name="Ovale 19">
            <a:extLst>
              <a:ext uri="{FF2B5EF4-FFF2-40B4-BE49-F238E27FC236}">
                <a16:creationId xmlns:a16="http://schemas.microsoft.com/office/drawing/2014/main" id="{E0E379CE-EE64-4521-AA89-1E1D26B0A08A}"/>
              </a:ext>
            </a:extLst>
          </p:cNvPr>
          <p:cNvSpPr/>
          <p:nvPr/>
        </p:nvSpPr>
        <p:spPr>
          <a:xfrm>
            <a:off x="5310460" y="4580639"/>
            <a:ext cx="567224" cy="389195"/>
          </a:xfrm>
          <a:prstGeom prst="ellipse">
            <a:avLst/>
          </a:prstGeom>
          <a:noFill/>
          <a:ln w="19050" cap="flat" cmpd="sng" algn="ctr">
            <a:solidFill>
              <a:srgbClr val="00B05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21" name="Connettore 2 20">
            <a:extLst>
              <a:ext uri="{FF2B5EF4-FFF2-40B4-BE49-F238E27FC236}">
                <a16:creationId xmlns:a16="http://schemas.microsoft.com/office/drawing/2014/main" id="{1F928A34-488F-4178-9B4E-292D5E8D8198}"/>
              </a:ext>
            </a:extLst>
          </p:cNvPr>
          <p:cNvCxnSpPr>
            <a:cxnSpLocks/>
          </p:cNvCxnSpPr>
          <p:nvPr/>
        </p:nvCxnSpPr>
        <p:spPr>
          <a:xfrm flipH="1">
            <a:off x="4353138" y="4951475"/>
            <a:ext cx="1100480" cy="524581"/>
          </a:xfrm>
          <a:prstGeom prst="straightConnector1">
            <a:avLst/>
          </a:prstGeom>
          <a:ln w="190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nettore 2 21">
            <a:extLst>
              <a:ext uri="{FF2B5EF4-FFF2-40B4-BE49-F238E27FC236}">
                <a16:creationId xmlns:a16="http://schemas.microsoft.com/office/drawing/2014/main" id="{CE2ABEB1-0A6C-4820-90CE-80CD56952270}"/>
              </a:ext>
            </a:extLst>
          </p:cNvPr>
          <p:cNvCxnSpPr>
            <a:cxnSpLocks/>
          </p:cNvCxnSpPr>
          <p:nvPr/>
        </p:nvCxnSpPr>
        <p:spPr>
          <a:xfrm flipH="1">
            <a:off x="3514129" y="4884319"/>
            <a:ext cx="1097231" cy="557127"/>
          </a:xfrm>
          <a:prstGeom prst="straightConnector1">
            <a:avLst/>
          </a:prstGeom>
          <a:ln w="190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ttangolo 26">
            <a:extLst>
              <a:ext uri="{FF2B5EF4-FFF2-40B4-BE49-F238E27FC236}">
                <a16:creationId xmlns:a16="http://schemas.microsoft.com/office/drawing/2014/main" id="{D3489EB2-9730-479E-9D9B-70583B37F4AB}"/>
              </a:ext>
            </a:extLst>
          </p:cNvPr>
          <p:cNvSpPr/>
          <p:nvPr/>
        </p:nvSpPr>
        <p:spPr>
          <a:xfrm>
            <a:off x="5897835" y="2172531"/>
            <a:ext cx="1096323" cy="223328"/>
          </a:xfrm>
          <a:prstGeom prst="rect">
            <a:avLst/>
          </a:prstGeom>
          <a:noFill/>
          <a:ln w="19050" cap="flat" cmpd="sng" algn="ctr">
            <a:solidFill>
              <a:srgbClr val="00B05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8" name="Rettangolo 27">
            <a:extLst>
              <a:ext uri="{FF2B5EF4-FFF2-40B4-BE49-F238E27FC236}">
                <a16:creationId xmlns:a16="http://schemas.microsoft.com/office/drawing/2014/main" id="{D9B3D4F6-5DED-4EEE-B3C3-D63B623D3760}"/>
              </a:ext>
            </a:extLst>
          </p:cNvPr>
          <p:cNvSpPr/>
          <p:nvPr/>
        </p:nvSpPr>
        <p:spPr>
          <a:xfrm>
            <a:off x="7066379" y="2155077"/>
            <a:ext cx="1096323" cy="223328"/>
          </a:xfrm>
          <a:prstGeom prst="rect">
            <a:avLst/>
          </a:prstGeom>
          <a:noFill/>
          <a:ln w="19050" cap="flat" cmpd="sng" algn="ctr">
            <a:solidFill>
              <a:srgbClr val="00B05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30" name="Connettore 2 29">
            <a:extLst>
              <a:ext uri="{FF2B5EF4-FFF2-40B4-BE49-F238E27FC236}">
                <a16:creationId xmlns:a16="http://schemas.microsoft.com/office/drawing/2014/main" id="{81F47026-2D78-4E02-A7A7-CFB5F43D3718}"/>
              </a:ext>
            </a:extLst>
          </p:cNvPr>
          <p:cNvCxnSpPr>
            <a:cxnSpLocks/>
          </p:cNvCxnSpPr>
          <p:nvPr/>
        </p:nvCxnSpPr>
        <p:spPr>
          <a:xfrm>
            <a:off x="4585016" y="2149522"/>
            <a:ext cx="373314" cy="0"/>
          </a:xfrm>
          <a:prstGeom prst="straightConnector1">
            <a:avLst/>
          </a:prstGeom>
          <a:ln w="190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ttore 2 30">
            <a:extLst>
              <a:ext uri="{FF2B5EF4-FFF2-40B4-BE49-F238E27FC236}">
                <a16:creationId xmlns:a16="http://schemas.microsoft.com/office/drawing/2014/main" id="{91AB8BBB-11E0-4458-97B7-8709D72237F2}"/>
              </a:ext>
            </a:extLst>
          </p:cNvPr>
          <p:cNvCxnSpPr>
            <a:cxnSpLocks/>
          </p:cNvCxnSpPr>
          <p:nvPr/>
        </p:nvCxnSpPr>
        <p:spPr>
          <a:xfrm>
            <a:off x="4585016" y="2395859"/>
            <a:ext cx="373314" cy="0"/>
          </a:xfrm>
          <a:prstGeom prst="straightConnector1">
            <a:avLst/>
          </a:prstGeom>
          <a:ln w="190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CasellaDiTesto 46">
            <a:extLst>
              <a:ext uri="{FF2B5EF4-FFF2-40B4-BE49-F238E27FC236}">
                <a16:creationId xmlns:a16="http://schemas.microsoft.com/office/drawing/2014/main" id="{6DC08778-23D0-4CE1-8C11-71835F4F5B40}"/>
              </a:ext>
            </a:extLst>
          </p:cNvPr>
          <p:cNvSpPr txBox="1"/>
          <p:nvPr/>
        </p:nvSpPr>
        <p:spPr>
          <a:xfrm>
            <a:off x="4519403" y="3429000"/>
            <a:ext cx="6671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solidFill>
                  <a:srgbClr val="00B050"/>
                </a:solidFill>
              </a:rPr>
              <a:t>first </a:t>
            </a:r>
          </a:p>
          <a:p>
            <a:r>
              <a:rPr lang="en-US" sz="1200" b="1" dirty="0">
                <a:solidFill>
                  <a:srgbClr val="00B050"/>
                </a:solidFill>
              </a:rPr>
              <a:t>parent</a:t>
            </a:r>
            <a:endParaRPr lang="it-IT" sz="1200" b="1" dirty="0">
              <a:solidFill>
                <a:srgbClr val="00B050"/>
              </a:solidFill>
            </a:endParaRPr>
          </a:p>
        </p:txBody>
      </p:sp>
      <p:sp>
        <p:nvSpPr>
          <p:cNvPr id="48" name="CasellaDiTesto 47">
            <a:extLst>
              <a:ext uri="{FF2B5EF4-FFF2-40B4-BE49-F238E27FC236}">
                <a16:creationId xmlns:a16="http://schemas.microsoft.com/office/drawing/2014/main" id="{4E259299-5E9C-4244-939D-6E77A791B645}"/>
              </a:ext>
            </a:extLst>
          </p:cNvPr>
          <p:cNvSpPr txBox="1"/>
          <p:nvPr/>
        </p:nvSpPr>
        <p:spPr>
          <a:xfrm>
            <a:off x="5267197" y="3419902"/>
            <a:ext cx="76174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solidFill>
                  <a:srgbClr val="00B050"/>
                </a:solidFill>
              </a:rPr>
              <a:t>second </a:t>
            </a:r>
          </a:p>
          <a:p>
            <a:r>
              <a:rPr lang="en-US" sz="1200" b="1" dirty="0">
                <a:solidFill>
                  <a:srgbClr val="00B050"/>
                </a:solidFill>
              </a:rPr>
              <a:t>parent</a:t>
            </a:r>
            <a:endParaRPr lang="it-IT" sz="1200" b="1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207354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6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2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5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8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0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0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6" grpId="0"/>
      <p:bldP spid="15" grpId="0" animBg="1"/>
      <p:bldP spid="16" grpId="0" animBg="1"/>
      <p:bldP spid="19" grpId="0" animBg="1"/>
      <p:bldP spid="20" grpId="0" animBg="1"/>
      <p:bldP spid="27" grpId="0" animBg="1"/>
      <p:bldP spid="28" grpId="0" animBg="1"/>
      <p:bldP spid="47" grpId="0"/>
      <p:bldP spid="48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olo 2">
            <a:extLst>
              <a:ext uri="{FF2B5EF4-FFF2-40B4-BE49-F238E27FC236}">
                <a16:creationId xmlns:a16="http://schemas.microsoft.com/office/drawing/2014/main" id="{0134B2F3-CDA8-4A44-831C-4B2E414F3B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1658" y="251165"/>
            <a:ext cx="8229600" cy="778098"/>
          </a:xfrm>
        </p:spPr>
        <p:txBody>
          <a:bodyPr>
            <a:normAutofit/>
          </a:bodyPr>
          <a:lstStyle/>
          <a:p>
            <a:pPr algn="ctr"/>
            <a:r>
              <a:rPr lang="en-US" dirty="0" err="1"/>
              <a:t>Algoritmo</a:t>
            </a:r>
            <a:r>
              <a:rPr lang="en-US" dirty="0"/>
              <a:t> STBFM</a:t>
            </a:r>
            <a:endParaRPr lang="it-IT" dirty="0"/>
          </a:p>
        </p:txBody>
      </p:sp>
      <p:sp>
        <p:nvSpPr>
          <p:cNvPr id="5" name="Trapezio 4">
            <a:extLst>
              <a:ext uri="{FF2B5EF4-FFF2-40B4-BE49-F238E27FC236}">
                <a16:creationId xmlns:a16="http://schemas.microsoft.com/office/drawing/2014/main" id="{098D7189-2B1E-4498-8770-3848EE2649D4}"/>
              </a:ext>
            </a:extLst>
          </p:cNvPr>
          <p:cNvSpPr/>
          <p:nvPr/>
        </p:nvSpPr>
        <p:spPr>
          <a:xfrm>
            <a:off x="392235" y="1672372"/>
            <a:ext cx="1728192" cy="778098"/>
          </a:xfrm>
          <a:prstGeom prst="trapezoid">
            <a:avLst>
              <a:gd name="adj" fmla="val 11818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Dataset</a:t>
            </a:r>
            <a:endParaRPr lang="it-IT" dirty="0"/>
          </a:p>
        </p:txBody>
      </p:sp>
      <p:cxnSp>
        <p:nvCxnSpPr>
          <p:cNvPr id="7" name="Connettore 2 6">
            <a:extLst>
              <a:ext uri="{FF2B5EF4-FFF2-40B4-BE49-F238E27FC236}">
                <a16:creationId xmlns:a16="http://schemas.microsoft.com/office/drawing/2014/main" id="{22460A79-2D30-4850-B871-4032877339A0}"/>
              </a:ext>
            </a:extLst>
          </p:cNvPr>
          <p:cNvCxnSpPr>
            <a:cxnSpLocks/>
          </p:cNvCxnSpPr>
          <p:nvPr/>
        </p:nvCxnSpPr>
        <p:spPr>
          <a:xfrm>
            <a:off x="2191382" y="2041041"/>
            <a:ext cx="504056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nettore 2 9">
            <a:extLst>
              <a:ext uri="{FF2B5EF4-FFF2-40B4-BE49-F238E27FC236}">
                <a16:creationId xmlns:a16="http://schemas.microsoft.com/office/drawing/2014/main" id="{67802E51-C156-4023-B3F3-A309A40AFBF1}"/>
              </a:ext>
            </a:extLst>
          </p:cNvPr>
          <p:cNvCxnSpPr>
            <a:cxnSpLocks/>
          </p:cNvCxnSpPr>
          <p:nvPr/>
        </p:nvCxnSpPr>
        <p:spPr>
          <a:xfrm>
            <a:off x="5575758" y="2041041"/>
            <a:ext cx="504056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ttore 2 11">
            <a:extLst>
              <a:ext uri="{FF2B5EF4-FFF2-40B4-BE49-F238E27FC236}">
                <a16:creationId xmlns:a16="http://schemas.microsoft.com/office/drawing/2014/main" id="{D23D87FA-234E-4269-95B0-62054CEA829A}"/>
              </a:ext>
            </a:extLst>
          </p:cNvPr>
          <p:cNvCxnSpPr>
            <a:cxnSpLocks/>
          </p:cNvCxnSpPr>
          <p:nvPr/>
        </p:nvCxnSpPr>
        <p:spPr>
          <a:xfrm>
            <a:off x="7447966" y="2459099"/>
            <a:ext cx="0" cy="648072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Ovale 13">
                <a:extLst>
                  <a:ext uri="{FF2B5EF4-FFF2-40B4-BE49-F238E27FC236}">
                    <a16:creationId xmlns:a16="http://schemas.microsoft.com/office/drawing/2014/main" id="{F50D7345-78AF-4854-9A5F-1EB27C8449C5}"/>
                  </a:ext>
                </a:extLst>
              </p:cNvPr>
              <p:cNvSpPr/>
              <p:nvPr/>
            </p:nvSpPr>
            <p:spPr>
              <a:xfrm>
                <a:off x="6089069" y="3193405"/>
                <a:ext cx="2717794" cy="848706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𝐶𝑎𝑛𝑑𝑖𝑑𝑎𝑡𝑒𝐺𝑒𝑛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it-IT" dirty="0"/>
              </a:p>
            </p:txBody>
          </p:sp>
        </mc:Choice>
        <mc:Fallback>
          <p:sp>
            <p:nvSpPr>
              <p:cNvPr id="14" name="Ovale 13">
                <a:extLst>
                  <a:ext uri="{FF2B5EF4-FFF2-40B4-BE49-F238E27FC236}">
                    <a16:creationId xmlns:a16="http://schemas.microsoft.com/office/drawing/2014/main" id="{F50D7345-78AF-4854-9A5F-1EB27C8449C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89069" y="3193405"/>
                <a:ext cx="2717794" cy="848706"/>
              </a:xfrm>
              <a:prstGeom prst="ellipse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Connettore 2 16">
            <a:extLst>
              <a:ext uri="{FF2B5EF4-FFF2-40B4-BE49-F238E27FC236}">
                <a16:creationId xmlns:a16="http://schemas.microsoft.com/office/drawing/2014/main" id="{318765C9-F78D-4030-9071-AA848EFE6788}"/>
              </a:ext>
            </a:extLst>
          </p:cNvPr>
          <p:cNvCxnSpPr>
            <a:cxnSpLocks/>
          </p:cNvCxnSpPr>
          <p:nvPr/>
        </p:nvCxnSpPr>
        <p:spPr>
          <a:xfrm flipH="1">
            <a:off x="7447966" y="4093113"/>
            <a:ext cx="1" cy="39620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9" name="Rettangolo 18">
                <a:extLst>
                  <a:ext uri="{FF2B5EF4-FFF2-40B4-BE49-F238E27FC236}">
                    <a16:creationId xmlns:a16="http://schemas.microsoft.com/office/drawing/2014/main" id="{1B5F6E32-4C4E-493F-B28A-01F4CFFB048F}"/>
                  </a:ext>
                </a:extLst>
              </p:cNvPr>
              <p:cNvSpPr/>
              <p:nvPr/>
            </p:nvSpPr>
            <p:spPr>
              <a:xfrm>
                <a:off x="6272755" y="4601261"/>
                <a:ext cx="2534108" cy="72008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𝑣𝑒𝑟𝑖𝑓𝑦𝐶𝑎𝑛𝑑𝑖𝑑𝑎𝑡𝑒𝑠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it-IT" dirty="0"/>
              </a:p>
            </p:txBody>
          </p:sp>
        </mc:Choice>
        <mc:Fallback>
          <p:sp>
            <p:nvSpPr>
              <p:cNvPr id="19" name="Rettangolo 18">
                <a:extLst>
                  <a:ext uri="{FF2B5EF4-FFF2-40B4-BE49-F238E27FC236}">
                    <a16:creationId xmlns:a16="http://schemas.microsoft.com/office/drawing/2014/main" id="{1B5F6E32-4C4E-493F-B28A-01F4CFFB048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72755" y="4601261"/>
                <a:ext cx="2534108" cy="72008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" name="Dati 21">
                <a:extLst>
                  <a:ext uri="{FF2B5EF4-FFF2-40B4-BE49-F238E27FC236}">
                    <a16:creationId xmlns:a16="http://schemas.microsoft.com/office/drawing/2014/main" id="{8B0FD312-8A11-477C-ABE9-1CD102DF5927}"/>
                  </a:ext>
                </a:extLst>
              </p:cNvPr>
              <p:cNvSpPr/>
              <p:nvPr/>
            </p:nvSpPr>
            <p:spPr>
              <a:xfrm>
                <a:off x="3686056" y="4291213"/>
                <a:ext cx="2141730" cy="680140"/>
              </a:xfrm>
              <a:prstGeom prst="flowChartInputOutpu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𝑇𝑜𝑝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𝑎𝑑𝑑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it-IT" i="1" dirty="0"/>
              </a:p>
            </p:txBody>
          </p:sp>
        </mc:Choice>
        <mc:Fallback>
          <p:sp>
            <p:nvSpPr>
              <p:cNvPr id="22" name="Dati 21">
                <a:extLst>
                  <a:ext uri="{FF2B5EF4-FFF2-40B4-BE49-F238E27FC236}">
                    <a16:creationId xmlns:a16="http://schemas.microsoft.com/office/drawing/2014/main" id="{8B0FD312-8A11-477C-ABE9-1CD102DF592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86056" y="4291213"/>
                <a:ext cx="2141730" cy="680140"/>
              </a:xfrm>
              <a:prstGeom prst="flowChartInputOutpu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3" name="Connettore 2 22">
            <a:extLst>
              <a:ext uri="{FF2B5EF4-FFF2-40B4-BE49-F238E27FC236}">
                <a16:creationId xmlns:a16="http://schemas.microsoft.com/office/drawing/2014/main" id="{779F6B7E-7C3D-4DCA-A745-0B4A706DCB7E}"/>
              </a:ext>
            </a:extLst>
          </p:cNvPr>
          <p:cNvCxnSpPr>
            <a:cxnSpLocks/>
          </p:cNvCxnSpPr>
          <p:nvPr/>
        </p:nvCxnSpPr>
        <p:spPr>
          <a:xfrm flipH="1" flipV="1">
            <a:off x="5637458" y="4777345"/>
            <a:ext cx="513311" cy="183956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onnettore 2 24">
            <a:extLst>
              <a:ext uri="{FF2B5EF4-FFF2-40B4-BE49-F238E27FC236}">
                <a16:creationId xmlns:a16="http://schemas.microsoft.com/office/drawing/2014/main" id="{64980A51-E4FF-4F25-9FC7-BB3DE6B5A322}"/>
              </a:ext>
            </a:extLst>
          </p:cNvPr>
          <p:cNvCxnSpPr>
            <a:cxnSpLocks/>
          </p:cNvCxnSpPr>
          <p:nvPr/>
        </p:nvCxnSpPr>
        <p:spPr>
          <a:xfrm flipH="1" flipV="1">
            <a:off x="3127488" y="4168258"/>
            <a:ext cx="815214" cy="28852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8" name="Decisione 27">
                <a:extLst>
                  <a:ext uri="{FF2B5EF4-FFF2-40B4-BE49-F238E27FC236}">
                    <a16:creationId xmlns:a16="http://schemas.microsoft.com/office/drawing/2014/main" id="{F1745EEF-FB7F-4375-8656-5924277A2DBB}"/>
                  </a:ext>
                </a:extLst>
              </p:cNvPr>
              <p:cNvSpPr/>
              <p:nvPr/>
            </p:nvSpPr>
            <p:spPr>
              <a:xfrm>
                <a:off x="1111957" y="3139321"/>
                <a:ext cx="2486614" cy="1368148"/>
              </a:xfrm>
              <a:prstGeom prst="flowChartDecision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 ∅</m:t>
                    </m:r>
                  </m:oMath>
                </a14:m>
                <a:r>
                  <a:rPr lang="en-US" dirty="0"/>
                  <a:t> </a:t>
                </a:r>
                <a:endParaRPr lang="it-IT" dirty="0"/>
              </a:p>
            </p:txBody>
          </p:sp>
        </mc:Choice>
        <mc:Fallback>
          <p:sp>
            <p:nvSpPr>
              <p:cNvPr id="28" name="Decisione 27">
                <a:extLst>
                  <a:ext uri="{FF2B5EF4-FFF2-40B4-BE49-F238E27FC236}">
                    <a16:creationId xmlns:a16="http://schemas.microsoft.com/office/drawing/2014/main" id="{F1745EEF-FB7F-4375-8656-5924277A2DB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1957" y="3139321"/>
                <a:ext cx="2486614" cy="1368148"/>
              </a:xfrm>
              <a:prstGeom prst="flowChartDecision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0" name="Connettore 2 29">
            <a:extLst>
              <a:ext uri="{FF2B5EF4-FFF2-40B4-BE49-F238E27FC236}">
                <a16:creationId xmlns:a16="http://schemas.microsoft.com/office/drawing/2014/main" id="{451707EF-907E-49CA-80DA-D8313591918A}"/>
              </a:ext>
            </a:extLst>
          </p:cNvPr>
          <p:cNvCxnSpPr>
            <a:cxnSpLocks/>
          </p:cNvCxnSpPr>
          <p:nvPr/>
        </p:nvCxnSpPr>
        <p:spPr>
          <a:xfrm flipV="1">
            <a:off x="3127486" y="2798615"/>
            <a:ext cx="4248472" cy="696373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nettore 2 32">
            <a:extLst>
              <a:ext uri="{FF2B5EF4-FFF2-40B4-BE49-F238E27FC236}">
                <a16:creationId xmlns:a16="http://schemas.microsoft.com/office/drawing/2014/main" id="{9AA13B88-290D-4F07-8212-5986E5064482}"/>
              </a:ext>
            </a:extLst>
          </p:cNvPr>
          <p:cNvCxnSpPr>
            <a:cxnSpLocks/>
          </p:cNvCxnSpPr>
          <p:nvPr/>
        </p:nvCxnSpPr>
        <p:spPr>
          <a:xfrm>
            <a:off x="2355264" y="4617295"/>
            <a:ext cx="0" cy="504056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6" name="Esagono 35">
                <a:extLst>
                  <a:ext uri="{FF2B5EF4-FFF2-40B4-BE49-F238E27FC236}">
                    <a16:creationId xmlns:a16="http://schemas.microsoft.com/office/drawing/2014/main" id="{37BCF024-32E2-4BE9-AC9E-A1AEBC4C4B6B}"/>
                  </a:ext>
                </a:extLst>
              </p:cNvPr>
              <p:cNvSpPr/>
              <p:nvPr/>
            </p:nvSpPr>
            <p:spPr>
              <a:xfrm>
                <a:off x="1256331" y="5196320"/>
                <a:ext cx="2141730" cy="680140"/>
              </a:xfrm>
              <a:prstGeom prst="hexagon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𝑅𝑒𝑡𝑢𝑟𝑛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𝑇𝑜𝑝</m:t>
                      </m:r>
                    </m:oMath>
                  </m:oMathPara>
                </a14:m>
                <a:endParaRPr lang="it-IT" i="1" dirty="0"/>
              </a:p>
            </p:txBody>
          </p:sp>
        </mc:Choice>
        <mc:Fallback>
          <p:sp>
            <p:nvSpPr>
              <p:cNvPr id="36" name="Esagono 35">
                <a:extLst>
                  <a:ext uri="{FF2B5EF4-FFF2-40B4-BE49-F238E27FC236}">
                    <a16:creationId xmlns:a16="http://schemas.microsoft.com/office/drawing/2014/main" id="{37BCF024-32E2-4BE9-AC9E-A1AEBC4C4B6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56331" y="5196320"/>
                <a:ext cx="2141730" cy="680140"/>
              </a:xfrm>
              <a:prstGeom prst="hexagon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7" name="Ovale 36">
                <a:extLst>
                  <a:ext uri="{FF2B5EF4-FFF2-40B4-BE49-F238E27FC236}">
                    <a16:creationId xmlns:a16="http://schemas.microsoft.com/office/drawing/2014/main" id="{A2745D15-3963-4872-A6A1-7BA2E7D51E09}"/>
                  </a:ext>
                </a:extLst>
              </p:cNvPr>
              <p:cNvSpPr/>
              <p:nvPr/>
            </p:nvSpPr>
            <p:spPr>
              <a:xfrm>
                <a:off x="2787009" y="1645697"/>
                <a:ext cx="2717794" cy="848706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𝐶𝑎𝑛𝑑𝑖𝑑𝑎𝑡𝑒𝐺𝑒𝑛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(2)</m:t>
                      </m:r>
                    </m:oMath>
                  </m:oMathPara>
                </a14:m>
                <a:endParaRPr lang="it-IT" dirty="0"/>
              </a:p>
            </p:txBody>
          </p:sp>
        </mc:Choice>
        <mc:Fallback>
          <p:sp>
            <p:nvSpPr>
              <p:cNvPr id="37" name="Ovale 36">
                <a:extLst>
                  <a:ext uri="{FF2B5EF4-FFF2-40B4-BE49-F238E27FC236}">
                    <a16:creationId xmlns:a16="http://schemas.microsoft.com/office/drawing/2014/main" id="{A2745D15-3963-4872-A6A1-7BA2E7D51E0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87009" y="1645697"/>
                <a:ext cx="2717794" cy="848706"/>
              </a:xfrm>
              <a:prstGeom prst="ellipse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8" name="Rettangolo 37">
                <a:extLst>
                  <a:ext uri="{FF2B5EF4-FFF2-40B4-BE49-F238E27FC236}">
                    <a16:creationId xmlns:a16="http://schemas.microsoft.com/office/drawing/2014/main" id="{D8719E72-2C1C-4E19-851E-DEED4B7FF3F7}"/>
                  </a:ext>
                </a:extLst>
              </p:cNvPr>
              <p:cNvSpPr/>
              <p:nvPr/>
            </p:nvSpPr>
            <p:spPr>
              <a:xfrm>
                <a:off x="6150769" y="1672372"/>
                <a:ext cx="2534108" cy="72008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𝑣𝑒𝑟𝑖𝑓𝑦𝐶𝑎𝑛𝑑𝑖𝑑𝑎𝑡𝑒𝑠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it-IT" dirty="0"/>
              </a:p>
            </p:txBody>
          </p:sp>
        </mc:Choice>
        <mc:Fallback>
          <p:sp>
            <p:nvSpPr>
              <p:cNvPr id="38" name="Rettangolo 37">
                <a:extLst>
                  <a:ext uri="{FF2B5EF4-FFF2-40B4-BE49-F238E27FC236}">
                    <a16:creationId xmlns:a16="http://schemas.microsoft.com/office/drawing/2014/main" id="{D8719E72-2C1C-4E19-851E-DEED4B7FF3F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50769" y="1672372"/>
                <a:ext cx="2534108" cy="72008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CasellaDiTesto 40">
            <a:extLst>
              <a:ext uri="{FF2B5EF4-FFF2-40B4-BE49-F238E27FC236}">
                <a16:creationId xmlns:a16="http://schemas.microsoft.com/office/drawing/2014/main" id="{1860C98C-5295-4F1F-B190-8D82444C46BD}"/>
              </a:ext>
            </a:extLst>
          </p:cNvPr>
          <p:cNvSpPr txBox="1"/>
          <p:nvPr/>
        </p:nvSpPr>
        <p:spPr>
          <a:xfrm>
            <a:off x="3127486" y="3168385"/>
            <a:ext cx="31451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chemeClr val="accent1">
                    <a:lumMod val="50000"/>
                  </a:schemeClr>
                </a:solidFill>
              </a:rPr>
              <a:t>T</a:t>
            </a:r>
            <a:endParaRPr lang="it-IT" sz="1600" b="1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42" name="CasellaDiTesto 41">
            <a:extLst>
              <a:ext uri="{FF2B5EF4-FFF2-40B4-BE49-F238E27FC236}">
                <a16:creationId xmlns:a16="http://schemas.microsoft.com/office/drawing/2014/main" id="{6A48F468-678D-4A48-8B92-D9EE37ED1EE3}"/>
              </a:ext>
            </a:extLst>
          </p:cNvPr>
          <p:cNvSpPr txBox="1"/>
          <p:nvPr/>
        </p:nvSpPr>
        <p:spPr>
          <a:xfrm>
            <a:off x="2054448" y="4556529"/>
            <a:ext cx="29527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chemeClr val="accent1">
                    <a:lumMod val="50000"/>
                  </a:schemeClr>
                </a:solidFill>
              </a:rPr>
              <a:t>F</a:t>
            </a:r>
            <a:endParaRPr lang="it-IT" sz="1600" b="1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47" name="Segnaposto contenuto 1">
            <a:extLst>
              <a:ext uri="{FF2B5EF4-FFF2-40B4-BE49-F238E27FC236}">
                <a16:creationId xmlns:a16="http://schemas.microsoft.com/office/drawing/2014/main" id="{344A0322-51F0-4D85-B863-293CC4CBEE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0555" y="992823"/>
            <a:ext cx="2953382" cy="376760"/>
          </a:xfrm>
        </p:spPr>
        <p:txBody>
          <a:bodyPr>
            <a:noAutofit/>
          </a:bodyPr>
          <a:lstStyle/>
          <a:p>
            <a:r>
              <a:rPr lang="en-US" sz="1600" dirty="0" err="1"/>
              <a:t>Theshold</a:t>
            </a:r>
            <a:r>
              <a:rPr lang="en-US" sz="1600" dirty="0"/>
              <a:t> (</a:t>
            </a:r>
            <a:r>
              <a:rPr lang="en-US" sz="1600" dirty="0" err="1"/>
              <a:t>soglia</a:t>
            </a:r>
            <a:r>
              <a:rPr lang="en-US" sz="1600" dirty="0"/>
              <a:t>): </a:t>
            </a:r>
            <a:r>
              <a:rPr lang="el-GR" sz="1600" b="1" dirty="0"/>
              <a:t>θ</a:t>
            </a:r>
            <a:endParaRPr lang="en-US" sz="1600" dirty="0"/>
          </a:p>
        </p:txBody>
      </p:sp>
      <p:sp>
        <p:nvSpPr>
          <p:cNvPr id="48" name="Segnaposto contenuto 1">
            <a:extLst>
              <a:ext uri="{FF2B5EF4-FFF2-40B4-BE49-F238E27FC236}">
                <a16:creationId xmlns:a16="http://schemas.microsoft.com/office/drawing/2014/main" id="{06E82E6A-AE90-4177-995C-B5CEB85BDA43}"/>
              </a:ext>
            </a:extLst>
          </p:cNvPr>
          <p:cNvSpPr txBox="1">
            <a:spLocks/>
          </p:cNvSpPr>
          <p:nvPr/>
        </p:nvSpPr>
        <p:spPr>
          <a:xfrm>
            <a:off x="457200" y="992823"/>
            <a:ext cx="1981273" cy="376760"/>
          </a:xfrm>
          <a:prstGeom prst="rect">
            <a:avLst/>
          </a:prstGeom>
        </p:spPr>
        <p:txBody>
          <a:bodyPr vert="horz">
            <a:noAutofit/>
          </a:bodyPr>
          <a:lstStyle>
            <a:lvl1pPr marL="365760" indent="-256032" algn="l" rtl="0" eaLnBrk="1" latinLnBrk="0" hangingPunct="1"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ct val="68000"/>
              <a:buFont typeface="Wingdings 3"/>
              <a:buChar char=""/>
              <a:defRPr kumimoji="0"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1792" indent="-228600" algn="l" rtl="0" eaLnBrk="1" latinLnBrk="0" hangingPunct="1">
              <a:spcBef>
                <a:spcPts val="324"/>
              </a:spcBef>
              <a:buClr>
                <a:schemeClr val="accent1"/>
              </a:buClr>
              <a:buFont typeface="Verdana"/>
              <a:buChar char="◦"/>
              <a:defRPr kumimoji="0"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9536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SzPct val="100000"/>
              <a:buFont typeface="Wingdings 2"/>
              <a:buChar char=""/>
              <a:defRPr kumimoji="0"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143000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Font typeface="Wingdings 2"/>
              <a:buChar char=""/>
              <a:defRPr kumimoji="0"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Font typeface="Wingdings 2"/>
              <a:buChar char="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002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574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2860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  <a:extLst/>
          </a:lstStyle>
          <a:p>
            <a:r>
              <a:rPr lang="en-US" sz="1600" dirty="0" err="1"/>
              <a:t>Insieme</a:t>
            </a:r>
            <a:r>
              <a:rPr lang="en-US" sz="1600" dirty="0"/>
              <a:t> </a:t>
            </a:r>
            <a:r>
              <a:rPr lang="en-US" sz="1600" i="1" dirty="0"/>
              <a:t>Top</a:t>
            </a:r>
            <a:endParaRPr lang="en-US" sz="1600" dirty="0"/>
          </a:p>
        </p:txBody>
      </p:sp>
      <p:sp>
        <p:nvSpPr>
          <p:cNvPr id="49" name="Segnaposto contenuto 1">
            <a:extLst>
              <a:ext uri="{FF2B5EF4-FFF2-40B4-BE49-F238E27FC236}">
                <a16:creationId xmlns:a16="http://schemas.microsoft.com/office/drawing/2014/main" id="{E71F6A07-CFD6-4753-BD57-83ABC1556895}"/>
              </a:ext>
            </a:extLst>
          </p:cNvPr>
          <p:cNvSpPr txBox="1">
            <a:spLocks/>
          </p:cNvSpPr>
          <p:nvPr/>
        </p:nvSpPr>
        <p:spPr>
          <a:xfrm>
            <a:off x="2521648" y="998435"/>
            <a:ext cx="3963783" cy="376760"/>
          </a:xfrm>
          <a:prstGeom prst="rect">
            <a:avLst/>
          </a:prstGeom>
        </p:spPr>
        <p:txBody>
          <a:bodyPr vert="horz">
            <a:noAutofit/>
          </a:bodyPr>
          <a:lstStyle>
            <a:lvl1pPr marL="365760" indent="-256032" algn="l" rtl="0" eaLnBrk="1" latinLnBrk="0" hangingPunct="1"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ct val="68000"/>
              <a:buFont typeface="Wingdings 3"/>
              <a:buChar char=""/>
              <a:defRPr kumimoji="0"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1792" indent="-228600" algn="l" rtl="0" eaLnBrk="1" latinLnBrk="0" hangingPunct="1">
              <a:spcBef>
                <a:spcPts val="324"/>
              </a:spcBef>
              <a:buClr>
                <a:schemeClr val="accent1"/>
              </a:buClr>
              <a:buFont typeface="Verdana"/>
              <a:buChar char="◦"/>
              <a:defRPr kumimoji="0"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9536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SzPct val="100000"/>
              <a:buFont typeface="Wingdings 2"/>
              <a:buChar char=""/>
              <a:defRPr kumimoji="0"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143000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Font typeface="Wingdings 2"/>
              <a:buChar char=""/>
              <a:defRPr kumimoji="0"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50"/>
              </a:spcBef>
              <a:buClr>
                <a:schemeClr val="accent2"/>
              </a:buClr>
              <a:buFont typeface="Wingdings 2"/>
              <a:buChar char="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002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574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286000" indent="-228600" algn="l" rtl="0" eaLnBrk="1" latinLnBrk="0" hangingPunct="1">
              <a:spcBef>
                <a:spcPts val="350"/>
              </a:spcBef>
              <a:buClr>
                <a:schemeClr val="accent3"/>
              </a:buClr>
              <a:buFont typeface="Wingdings 2"/>
              <a:buChar char=""/>
              <a:defRPr kumimoji="0"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  <a:extLst/>
          </a:lstStyle>
          <a:p>
            <a:r>
              <a:rPr lang="en-US" sz="1600" dirty="0" err="1"/>
              <a:t>Numero</a:t>
            </a:r>
            <a:r>
              <a:rPr lang="en-US" sz="1600" dirty="0"/>
              <a:t> </a:t>
            </a:r>
            <a:r>
              <a:rPr lang="en-US" sz="1600" dirty="0" err="1"/>
              <a:t>elementi</a:t>
            </a:r>
            <a:r>
              <a:rPr lang="en-US" sz="1600" dirty="0"/>
              <a:t> in </a:t>
            </a:r>
            <a:r>
              <a:rPr lang="en-US" sz="1600" i="1" dirty="0"/>
              <a:t>Top</a:t>
            </a:r>
            <a:r>
              <a:rPr lang="en-US" sz="1600" dirty="0"/>
              <a:t>:</a:t>
            </a:r>
            <a:r>
              <a:rPr lang="en-US" sz="1600" i="1" dirty="0"/>
              <a:t> </a:t>
            </a:r>
            <a:r>
              <a:rPr lang="en-US" sz="1600" b="1" dirty="0"/>
              <a:t>Num</a:t>
            </a:r>
          </a:p>
        </p:txBody>
      </p:sp>
    </p:spTree>
    <p:extLst>
      <p:ext uri="{BB962C8B-B14F-4D97-AF65-F5344CB8AC3E}">
        <p14:creationId xmlns:p14="http://schemas.microsoft.com/office/powerpoint/2010/main" val="18857631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4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6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0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5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8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14" grpId="0" animBg="1"/>
      <p:bldP spid="19" grpId="0" animBg="1"/>
      <p:bldP spid="22" grpId="0" animBg="1"/>
      <p:bldP spid="28" grpId="0" animBg="1"/>
      <p:bldP spid="36" grpId="0" animBg="1"/>
      <p:bldP spid="37" grpId="0" animBg="1"/>
      <p:bldP spid="38" grpId="0" animBg="1"/>
      <p:bldP spid="41" grpId="0"/>
      <p:bldP spid="42" grpId="0"/>
      <p:bldP spid="47" grpId="0" build="p"/>
      <p:bldP spid="48" grpId="0" build="p"/>
      <p:bldP spid="49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17992EC-4B9E-4F18-A3FD-B99B1DCF2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C96E74B8-7AD5-4B07-BACE-BB17E4056A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AA4D27D6-5DB4-4226-AF88-6C2426807260}"/>
              </a:ext>
            </a:extLst>
          </p:cNvPr>
          <p:cNvSpPr>
            <a:spLocks noGrp="1"/>
          </p:cNvSpPr>
          <p:nvPr>
            <p:ph type="body" sz="half" idx="3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contenuto 4">
            <a:extLst>
              <a:ext uri="{FF2B5EF4-FFF2-40B4-BE49-F238E27FC236}">
                <a16:creationId xmlns:a16="http://schemas.microsoft.com/office/drawing/2014/main" id="{1D63A84E-6022-4811-B466-E78EF170231A}"/>
              </a:ext>
            </a:extLst>
          </p:cNvPr>
          <p:cNvSpPr>
            <a:spLocks noGrp="1"/>
          </p:cNvSpPr>
          <p:nvPr>
            <p:ph sz="quarter" idx="2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05E0C17B-ECA7-483C-8EF9-F5357C6E4EA9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258041455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Viale">
  <a:themeElements>
    <a:clrScheme name="Viale">
      <a:dk1>
        <a:sysClr val="windowText" lastClr="000000"/>
      </a:dk1>
      <a:lt1>
        <a:sysClr val="window" lastClr="FFFFFF"/>
      </a:lt1>
      <a:dk2>
        <a:srgbClr val="464646"/>
      </a:dk2>
      <a:lt2>
        <a:srgbClr val="DEF5FA"/>
      </a:lt2>
      <a:accent1>
        <a:srgbClr val="2DA2BF"/>
      </a:accent1>
      <a:accent2>
        <a:srgbClr val="DA1F28"/>
      </a:accent2>
      <a:accent3>
        <a:srgbClr val="EB641B"/>
      </a:accent3>
      <a:accent4>
        <a:srgbClr val="39639D"/>
      </a:accent4>
      <a:accent5>
        <a:srgbClr val="474B78"/>
      </a:accent5>
      <a:accent6>
        <a:srgbClr val="7D3C4A"/>
      </a:accent6>
      <a:hlink>
        <a:srgbClr val="FF8119"/>
      </a:hlink>
      <a:folHlink>
        <a:srgbClr val="44B9E8"/>
      </a:folHlink>
    </a:clrScheme>
    <a:fontScheme name="Viale">
      <a:majorFont>
        <a:latin typeface="Lucida Sans Unicode"/>
        <a:ea typeface=""/>
        <a:cs typeface=""/>
        <a:font script="Jpan" typeface="ＭＳ Ｐゴシック"/>
        <a:font script="Hang" typeface="맑은 고딕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Uigh" typeface="Microsoft Uighur"/>
      </a:majorFont>
      <a:minorFont>
        <a:latin typeface="Lucida Sans Unicode"/>
        <a:ea typeface=""/>
        <a:cs typeface=""/>
        <a:font script="Jpan" typeface="ＭＳ Ｐゴシック"/>
        <a:font script="Hang" typeface="맑은 고딕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Uigh" typeface="Microsoft Uighur"/>
      </a:minorFont>
    </a:fontScheme>
    <a:fmtScheme name="Viale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satMod val="180000"/>
              </a:schemeClr>
            </a:gs>
            <a:gs pos="65000">
              <a:schemeClr val="phClr">
                <a:tint val="32000"/>
                <a:satMod val="250000"/>
              </a:schemeClr>
            </a:gs>
            <a:gs pos="100000">
              <a:schemeClr val="phClr">
                <a:tint val="23000"/>
                <a:satMod val="300000"/>
              </a:schemeClr>
            </a:gs>
          </a:gsLst>
          <a:lin ang="16200000" scaled="0"/>
        </a:gradFill>
        <a:gradFill rotWithShape="1"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955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55000" cap="flat" cmpd="thickThin" algn="ctr">
          <a:solidFill>
            <a:schemeClr val="phClr"/>
          </a:solidFill>
          <a:prstDash val="solid"/>
        </a:ln>
        <a:ln w="63500" cap="flat" cmpd="thickThin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45000"/>
              </a:srgbClr>
            </a:outerShdw>
          </a:effectLst>
          <a:scene3d>
            <a:camera prst="orthographicFront" fov="0">
              <a:rot lat="0" lon="0" rev="0"/>
            </a:camera>
            <a:lightRig rig="glow" dir="t">
              <a:rot lat="0" lon="0" rev="6360000"/>
            </a:lightRig>
          </a:scene3d>
          <a:sp3d contourW="1000" prstMaterial="flat">
            <a:bevelT w="95250" h="1016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55000"/>
                <a:satMod val="300000"/>
              </a:schemeClr>
            </a:gs>
            <a:gs pos="40000">
              <a:schemeClr val="phClr">
                <a:tint val="65000"/>
                <a:satMod val="300000"/>
              </a:schemeClr>
            </a:gs>
            <a:gs pos="100000">
              <a:schemeClr val="phClr">
                <a:shade val="65000"/>
                <a:satMod val="300000"/>
              </a:schemeClr>
            </a:gs>
          </a:gsLst>
          <a:path path="circle">
            <a:fillToRect l="65000" b="98000"/>
          </a:path>
        </a:gradFill>
        <a:blipFill>
          <a:blip xmlns:r="http://schemas.openxmlformats.org/officeDocument/2006/relationships" r:embed="rId1">
            <a:duotone>
              <a:schemeClr val="phClr">
                <a:shade val="60000"/>
                <a:satMod val="110000"/>
              </a:schemeClr>
              <a:schemeClr val="phClr">
                <a:tint val="95000"/>
              </a:schemeClr>
            </a:duotone>
          </a:blip>
          <a:tile tx="0" ty="0" sx="50000" sy="50000" flip="none" algn="tl"/>
        </a:blip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item1.xml><?xml version="1.0" encoding="utf-8"?>
<?mso-contentType ?>
<FormTemplates xmlns="http://schemas.microsoft.com/sharepoint/v3/contenttype/forms">
  <Display>DocumentLibraryForm</Display>
  <Edit>AssetEditForm</Edit>
  <New>DocumentLibraryForm</New>
</FormTemplates>
</file>

<file path=customXml/itemProps1.xml><?xml version="1.0" encoding="utf-8"?>
<ds:datastoreItem xmlns:ds="http://schemas.openxmlformats.org/officeDocument/2006/customXml" ds:itemID="{436D46CB-964F-4BC7-AE9A-8AF03533C7DF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Modello Gabbiano</Template>
  <TotalTime>207</TotalTime>
  <Words>352</Words>
  <Application>Microsoft Office PowerPoint</Application>
  <PresentationFormat>Presentazione su schermo (4:3)</PresentationFormat>
  <Paragraphs>69</Paragraphs>
  <Slides>7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6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7</vt:i4>
      </vt:variant>
    </vt:vector>
  </HeadingPairs>
  <TitlesOfParts>
    <vt:vector size="14" baseType="lpstr">
      <vt:lpstr>Arial</vt:lpstr>
      <vt:lpstr>Cambria Math</vt:lpstr>
      <vt:lpstr>Lucida Sans Unicode</vt:lpstr>
      <vt:lpstr>Verdana</vt:lpstr>
      <vt:lpstr>Wingdings 2</vt:lpstr>
      <vt:lpstr>Wingdings 3</vt:lpstr>
      <vt:lpstr>Viale</vt:lpstr>
      <vt:lpstr>Identificazione di eventi spazio-temporali associati: studio e implementazione su dataset di crimini</vt:lpstr>
      <vt:lpstr>Paper e Dataset utilizzato</vt:lpstr>
      <vt:lpstr>Stato dell’Arte</vt:lpstr>
      <vt:lpstr>Stato dell’Arte</vt:lpstr>
      <vt:lpstr>Sequence Pattern Tree (SPTree)</vt:lpstr>
      <vt:lpstr>Algoritmo STBFM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RISCHIO DI CREDITO</dc:title>
  <dc:creator>Fede Luzzi</dc:creator>
  <cp:keywords/>
  <cp:lastModifiedBy>Fede Luzzi</cp:lastModifiedBy>
  <cp:revision>23</cp:revision>
  <dcterms:created xsi:type="dcterms:W3CDTF">2019-10-08T07:28:59Z</dcterms:created>
  <dcterms:modified xsi:type="dcterms:W3CDTF">2019-10-09T10:13:02Z</dcterms:modified>
  <cp:version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TemplateID">
    <vt:lpwstr>TC020188469991</vt:lpwstr>
  </property>
</Properties>
</file>